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5677250ae54c0a" /><Relationship Type="http://schemas.openxmlformats.org/officeDocument/2006/relationships/extended-properties" Target="/docProps/app.xml" Id="R3a36c29a8e504ecf" /><Relationship Type="http://schemas.openxmlformats.org/officeDocument/2006/relationships/officeDocument" Target="/ppt/presentation.xml" Id="R34e0eb86a1b14d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e0cb01bb744797"/>
  </p:sldMasterIdLst>
  <p:notesMasterIdLst>
    <p:notesMasterId xmlns:r="http://schemas.openxmlformats.org/officeDocument/2006/relationships" r:id="Ra924f22e1c894bf6"/>
  </p:notesMasterIdLst>
  <p:sldIdLst>
    <p:sldId xmlns:r="http://schemas.openxmlformats.org/officeDocument/2006/relationships" id="256" r:id="Rc9cd8b2e92ad4f28"/>
    <p:sldId xmlns:r="http://schemas.openxmlformats.org/officeDocument/2006/relationships" id="257" r:id="Reb73a350544b4f3d"/>
    <p:sldId xmlns:r="http://schemas.openxmlformats.org/officeDocument/2006/relationships" id="258" r:id="R42f34bb69ff547c2"/>
    <p:sldId xmlns:r="http://schemas.openxmlformats.org/officeDocument/2006/relationships" id="259" r:id="Raedb7d86cd9e485a"/>
    <p:sldId xmlns:r="http://schemas.openxmlformats.org/officeDocument/2006/relationships" id="260" r:id="Ra9597f48caa44952"/>
    <p:sldId xmlns:r="http://schemas.openxmlformats.org/officeDocument/2006/relationships" id="261" r:id="R55d84ae0ee1e4319"/>
    <p:sldId xmlns:r="http://schemas.openxmlformats.org/officeDocument/2006/relationships" id="262" r:id="R625c0cc54d3e4fc1"/>
    <p:sldId xmlns:r="http://schemas.openxmlformats.org/officeDocument/2006/relationships" id="263" r:id="R81d4c1c0aaac4d29"/>
    <p:sldId xmlns:r="http://schemas.openxmlformats.org/officeDocument/2006/relationships" id="264" r:id="R7372e6d6b05e480a"/>
    <p:sldId xmlns:r="http://schemas.openxmlformats.org/officeDocument/2006/relationships" id="265" r:id="R6831414a77ee4a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83f115bf6e4866" /><Relationship Type="http://schemas.openxmlformats.org/officeDocument/2006/relationships/slideMaster" Target="/ppt/slideMasters/slideMaster1.xml" Id="R3de0cb01bb744797" /><Relationship Type="http://schemas.openxmlformats.org/officeDocument/2006/relationships/notesMaster" Target="/ppt/notesMasters/notesMaster1.xml" Id="Ra924f22e1c894bf6" /><Relationship Type="http://schemas.openxmlformats.org/officeDocument/2006/relationships/presProps" Target="/ppt/presProps.xml" Id="R84ee6e4bb4f84633" /><Relationship Type="http://schemas.openxmlformats.org/officeDocument/2006/relationships/tableStyles" Target="/ppt/tableStyles.xml" Id="R99dbc5494afc4b19" /><Relationship Type="http://schemas.openxmlformats.org/officeDocument/2006/relationships/slide" Target="/ppt/slides/slide1.xml" Id="Rc9cd8b2e92ad4f28" /><Relationship Type="http://schemas.openxmlformats.org/officeDocument/2006/relationships/slide" Target="/ppt/slides/slide2.xml" Id="Reb73a350544b4f3d" /><Relationship Type="http://schemas.openxmlformats.org/officeDocument/2006/relationships/slide" Target="/ppt/slides/slide3.xml" Id="R42f34bb69ff547c2" /><Relationship Type="http://schemas.openxmlformats.org/officeDocument/2006/relationships/slide" Target="/ppt/slides/slide4.xml" Id="Raedb7d86cd9e485a" /><Relationship Type="http://schemas.openxmlformats.org/officeDocument/2006/relationships/slide" Target="/ppt/slides/slide5.xml" Id="Ra9597f48caa44952" /><Relationship Type="http://schemas.openxmlformats.org/officeDocument/2006/relationships/slide" Target="/ppt/slides/slide6.xml" Id="R55d84ae0ee1e4319" /><Relationship Type="http://schemas.openxmlformats.org/officeDocument/2006/relationships/slide" Target="/ppt/slides/slide7.xml" Id="R625c0cc54d3e4fc1" /><Relationship Type="http://schemas.openxmlformats.org/officeDocument/2006/relationships/slide" Target="/ppt/slides/slide8.xml" Id="R81d4c1c0aaac4d29" /><Relationship Type="http://schemas.openxmlformats.org/officeDocument/2006/relationships/slide" Target="/ppt/slides/slide9.xml" Id="R7372e6d6b05e480a" /><Relationship Type="http://schemas.openxmlformats.org/officeDocument/2006/relationships/slide" Target="/ppt/slides/slide10.xml" Id="R6831414a77ee4a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e2352114d342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708cd0fb434915" /><Relationship Type="http://schemas.openxmlformats.org/officeDocument/2006/relationships/notesMaster" Target="/ppt/notesMasters/notesMaster1.xml" Id="R5e365bb1048343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dcec494e6d4e98" /><Relationship Type="http://schemas.openxmlformats.org/officeDocument/2006/relationships/notesMaster" Target="/ppt/notesMasters/notesMaster1.xml" Id="R389182a8156440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243aee0d044885" /><Relationship Type="http://schemas.openxmlformats.org/officeDocument/2006/relationships/notesMaster" Target="/ppt/notesMasters/notesMaster1.xml" Id="Re1a5b2b4aaff4c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9125496c894db9" /><Relationship Type="http://schemas.openxmlformats.org/officeDocument/2006/relationships/notesMaster" Target="/ppt/notesMasters/notesMaster1.xml" Id="Ref26e3b5ffb44b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1f528559a041a7" /><Relationship Type="http://schemas.openxmlformats.org/officeDocument/2006/relationships/notesMaster" Target="/ppt/notesMasters/notesMaster1.xml" Id="Reeee7f330d2041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2a5e9540324c35" /><Relationship Type="http://schemas.openxmlformats.org/officeDocument/2006/relationships/notesMaster" Target="/ppt/notesMasters/notesMaster1.xml" Id="R74aba982c1454c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250bb7c030461f" /><Relationship Type="http://schemas.openxmlformats.org/officeDocument/2006/relationships/notesMaster" Target="/ppt/notesMasters/notesMaster1.xml" Id="R147e81784a4744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2a7b7c70f84cc9" /><Relationship Type="http://schemas.openxmlformats.org/officeDocument/2006/relationships/notesMaster" Target="/ppt/notesMasters/notesMaster1.xml" Id="R727690c57f6b45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ebb3a1ae174a30" /><Relationship Type="http://schemas.openxmlformats.org/officeDocument/2006/relationships/notesMaster" Target="/ppt/notesMasters/notesMaster1.xml" Id="R525912ef10e441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c772cb049344dc" /><Relationship Type="http://schemas.openxmlformats.org/officeDocument/2006/relationships/notesMaster" Target="/ppt/notesMasters/notesMaster1.xml" Id="R1dbb6ee5ff3d45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consultadas:</a:t>
            </a:r>
          </a:p>
          <a:p xmlns:a="http://schemas.openxmlformats.org/drawingml/2006/main">
            <a:r>
              <a:t>OpenStax, Introductory Statistics, sección 3.1: https://openstax.org/books/introductory-statistics/pages/3-1-terminology</a:t>
            </a:r>
          </a:p>
          <a:p xmlns:a="http://schemas.openxmlformats.org/drawingml/2006/main">
            <a:r>
              <a:t>OpenStax, College Algebra, sección 9.5: https://openstax.org/books/college-algebra/pages/9-5-counting-principles</a:t>
            </a:r>
          </a:p>
          <a:p xmlns:a="http://schemas.openxmlformats.org/drawingml/2006/main">
            <a:r>
              <a:t>Montgomery y Runger, Applied Statistics and Probability for Engineers, 7th ed., Wiley: https://www.wiley.com/en-us/applied-statistics-and-probability-for-engineers-7th-edition-p-9781119400363</a:t>
            </a:r>
          </a:p>
          <a:p xmlns:a="http://schemas.openxmlformats.org/drawingml/2006/main">
            <a:r>
              <a:t>Walpole et al., Probability and Statistics for Engineers and Scientists, 9th ed., Pearson. Catálogo: https://in.pearson.com/content/dam/region-growth/india/pearson-india/in-pdc/pdf/new-catalog-pdf/Catalogue-MathsPhysicsChemandBio-2025.pdf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consultadas:</a:t>
            </a:r>
          </a:p>
          <a:p xmlns:a="http://schemas.openxmlformats.org/drawingml/2006/main">
            <a:r>
              <a:t>OpenStax, Introductory Statistics, sección 3.1: https://openstax.org/books/introductory-statistics/pages/3-1-terminology</a:t>
            </a:r>
          </a:p>
          <a:p xmlns:a="http://schemas.openxmlformats.org/drawingml/2006/main">
            <a:r>
              <a:t>Montgomery y Runger, Applied Statistics and Probability for Engineers, 7th ed., Wiley: https://www.wiley.com/en-us/applied-statistics-and-probability-for-engineers-7th-edition-p-9781119400363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consultadas:</a:t>
            </a:r>
          </a:p>
          <a:p xmlns:a="http://schemas.openxmlformats.org/drawingml/2006/main">
            <a:r>
              <a:t>OpenStax, Introductory Statistics, sección 3.1: https://openstax.org/books/introductory-statistics/pages/3-1-terminology</a:t>
            </a:r>
          </a:p>
          <a:p xmlns:a="http://schemas.openxmlformats.org/drawingml/2006/main">
            <a:r>
              <a:t>OpenStax, College Algebra 2e, ecuaciones del capítulo 9: https://openstax.org/books/college-algebra-2e/pages/9-key-equations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consultadas:</a:t>
            </a:r>
          </a:p>
          <a:p xmlns:a="http://schemas.openxmlformats.org/drawingml/2006/main">
            <a:r>
              <a:t>OpenStax, Introductory Statistics, sección 3.1: https://openstax.org/books/introductory-statistics/pages/3-1-terminology</a:t>
            </a:r>
          </a:p>
          <a:p xmlns:a="http://schemas.openxmlformats.org/drawingml/2006/main">
            <a:r>
              <a:t>OpenStax, College Algebra 2e, ecuaciones del capítulo 9: https://openstax.org/books/college-algebra-2e/pages/9-key-equations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consultadas:</a:t>
            </a:r>
          </a:p>
          <a:p xmlns:a="http://schemas.openxmlformats.org/drawingml/2006/main">
            <a:r>
              <a:t>OpenStax, Introductory Statistics, sección 3.1: https://openstax.org/books/introductory-statistics/pages/3-1-terminology</a:t>
            </a:r>
          </a:p>
          <a:p xmlns:a="http://schemas.openxmlformats.org/drawingml/2006/main">
            <a:r>
              <a:t>Montgomery y Runger, Applied Statistics and Probability for Engineers, 7th ed., Wiley: https://www.wiley.com/en-us/applied-statistics-and-probability-for-engineers-7th-edition-p-9781119400363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consultadas:</a:t>
            </a:r>
          </a:p>
          <a:p xmlns:a="http://schemas.openxmlformats.org/drawingml/2006/main">
            <a:r>
              <a:t>OpenStax, College Algebra, sección 9.5: https://openstax.org/books/college-algebra/pages/9-5-counting-principles</a:t>
            </a:r>
          </a:p>
          <a:p xmlns:a="http://schemas.openxmlformats.org/drawingml/2006/main">
            <a:r>
              <a:t>OpenStax, College Algebra 2e, ecuaciones del capítulo 9: https://openstax.org/books/college-algebra-2e/pages/9-key-equations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consultadas:</a:t>
            </a:r>
          </a:p>
          <a:p xmlns:a="http://schemas.openxmlformats.org/drawingml/2006/main">
            <a:r>
              <a:t>OpenStax, College Algebra, sección 9.5: https://openstax.org/books/college-algebra/pages/9-5-counting-principles</a:t>
            </a:r>
          </a:p>
          <a:p xmlns:a="http://schemas.openxmlformats.org/drawingml/2006/main">
            <a:r>
              <a:t>OpenStax, College Algebra 2e, ecuaciones del capítulo 9: https://openstax.org/books/college-algebra-2e/pages/9-key-equations</a:t>
            </a:r>
          </a:p>
          <a:p xmlns:a="http://schemas.openxmlformats.org/drawingml/2006/main">
            <a:r>
              <a:t>Walpole et al., Probability and Statistics for Engineers and Scientists, 9th ed., Pearson. Catálogo: https://in.pearson.com/content/dam/region-growth/india/pearson-india/in-pdc/pdf/new-catalog-pdf/Catalogue-MathsPhysicsChemandBio-2025.pdf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consultadas:</a:t>
            </a:r>
          </a:p>
          <a:p xmlns:a="http://schemas.openxmlformats.org/drawingml/2006/main">
            <a:r>
              <a:t>OpenStax, College Algebra, sección 9.5: https://openstax.org/books/college-algebra/pages/9-5-counting-principles</a:t>
            </a:r>
          </a:p>
          <a:p xmlns:a="http://schemas.openxmlformats.org/drawingml/2006/main">
            <a:r>
              <a:t>OpenStax, College Algebra 2e, ecuaciones del capítulo 9: https://openstax.org/books/college-algebra-2e/pages/9-key-equations</a:t>
            </a:r>
          </a:p>
          <a:p xmlns:a="http://schemas.openxmlformats.org/drawingml/2006/main">
            <a:r>
              <a:t>Montgomery y Runger, Applied Statistics and Probability for Engineers, 7th ed., Wiley: https://www.wiley.com/en-us/applied-statistics-and-probability-for-engineers-7th-edition-p-9781119400363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consultadas:</a:t>
            </a:r>
          </a:p>
          <a:p xmlns:a="http://schemas.openxmlformats.org/drawingml/2006/main">
            <a:r>
              <a:t>OpenStax, College Algebra, sección 9.5: https://openstax.org/books/college-algebra/pages/9-5-counting-principles</a:t>
            </a:r>
          </a:p>
          <a:p xmlns:a="http://schemas.openxmlformats.org/drawingml/2006/main">
            <a:r>
              <a:t>OpenStax, College Algebra 2e, ecuaciones del capítulo 9: https://openstax.org/books/college-algebra-2e/pages/9-key-equations</a:t>
            </a:r>
          </a:p>
          <a:p xmlns:a="http://schemas.openxmlformats.org/drawingml/2006/main">
            <a:r>
              <a:t>Walpole et al., Probability and Statistics for Engineers and Scientists, 9th ed., Pearson. Catálogo: https://in.pearson.com/content/dam/region-growth/india/pearson-india/in-pdc/pdf/new-catalog-pdf/Catalogue-MathsPhysicsChemandBio-2025.pdf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consultadas:</a:t>
            </a:r>
          </a:p>
          <a:p xmlns:a="http://schemas.openxmlformats.org/drawingml/2006/main">
            <a:r>
              <a:t>OpenStax, Introductory Statistics, sección 3.1: https://openstax.org/books/introductory-statistics/pages/3-1-terminology</a:t>
            </a:r>
          </a:p>
          <a:p xmlns:a="http://schemas.openxmlformats.org/drawingml/2006/main">
            <a:r>
              <a:t>OpenStax, College Algebra, sección 9.5: https://openstax.org/books/college-algebra/pages/9-5-counting-principles</a:t>
            </a:r>
          </a:p>
          <a:p xmlns:a="http://schemas.openxmlformats.org/drawingml/2006/main">
            <a:r>
              <a:t>OpenStax, College Algebra 2e, ecuaciones del capítulo 9: https://openstax.org/books/college-algebra-2e/pages/9-key-equations</a:t>
            </a:r>
          </a:p>
          <a:p xmlns:a="http://schemas.openxmlformats.org/drawingml/2006/main">
            <a:r>
              <a:t>Montgomery y Runger, Applied Statistics and Probability for Engineers, 7th ed., Wiley: https://www.wiley.com/en-us/applied-statistics-and-probability-for-engineers-7th-edition-p-9781119400363</a:t>
            </a:r>
          </a:p>
          <a:p xmlns:a="http://schemas.openxmlformats.org/drawingml/2006/main">
            <a:r>
              <a:t>Walpole et al., Probability and Statistics for Engineers and Scientists, 9th ed., Pearson. Catálogo: https://in.pearson.com/content/dam/region-growth/india/pearson-india/in-pdc/pdf/new-catalog-pdf/Catalogue-MathsPhysicsChemandBio-2025.pdf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e8a74ed9904d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c6a30e13b0489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4df1c02d30417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08df44cb2947b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efb7717050419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c76c268eb34e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8DD271-5807-4181-8B3B-2D2F07FECB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02DCA90-B1F5-4EAD-81B6-0B49F812F18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7EAB52D-5340-4A9C-9510-B94FB84234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0DD776-22E3-49E6-A6FF-EECF34E9B6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ED5A03B-C30B-482F-B8F4-05A1B7044B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1161F05-7178-4121-91B3-24C0881347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4227DB-8392-4750-8FB4-99A4F10792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7DA7894-F65A-4FD0-A641-1E5A46C4456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0FCDE8-2D58-4C9C-81E3-E7B1145F93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952E46-DCEC-4A81-9D4A-D5560FFCEF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d3614e5d7b494e" /><Relationship Type="http://schemas.openxmlformats.org/officeDocument/2006/relationships/slideLayout" Target="/ppt/slideLayouts/slideLayout1.xml" Id="Rb15457c998444eb0" /><Relationship Type="http://schemas.openxmlformats.org/officeDocument/2006/relationships/slideLayout" Target="/ppt/slideLayouts/slideLayout2.xml" Id="Ra181e504226349f3" /><Relationship Type="http://schemas.openxmlformats.org/officeDocument/2006/relationships/slideLayout" Target="/ppt/slideLayouts/slideLayout3.xml" Id="R09ca841047fe449f" /><Relationship Type="http://schemas.openxmlformats.org/officeDocument/2006/relationships/slideLayout" Target="/ppt/slideLayouts/slideLayout4.xml" Id="R929311b3cb7346f2" /><Relationship Type="http://schemas.openxmlformats.org/officeDocument/2006/relationships/slideLayout" Target="/ppt/slideLayouts/slideLayout5.xml" Id="R8e46b621bf88478f" /><Relationship Type="http://schemas.openxmlformats.org/officeDocument/2006/relationships/slideLayout" Target="/ppt/slideLayouts/slideLayout6.xml" Id="R230fe05f902a42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5457c998444eb0"/>
    <p:sldLayoutId xmlns:r="http://schemas.openxmlformats.org/officeDocument/2006/relationships" id="2147483650" r:id="Ra181e504226349f3"/>
    <p:sldLayoutId xmlns:r="http://schemas.openxmlformats.org/officeDocument/2006/relationships" id="2147483651" r:id="R09ca841047fe449f"/>
    <p:sldLayoutId xmlns:r="http://schemas.openxmlformats.org/officeDocument/2006/relationships" id="2147483652" r:id="R929311b3cb7346f2"/>
    <p:sldLayoutId xmlns:r="http://schemas.openxmlformats.org/officeDocument/2006/relationships" id="2147483653" r:id="R8e46b621bf88478f"/>
    <p:sldLayoutId xmlns:r="http://schemas.openxmlformats.org/officeDocument/2006/relationships" id="2147483654" r:id="R230fe05f902a42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36c139e2544894" /><Relationship Type="http://schemas.openxmlformats.org/officeDocument/2006/relationships/notesSlide" Target="/ppt/notesSlides/notesSlide1.xml" Id="R8dd8882e496c46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18a08f302341ae" /><Relationship Type="http://schemas.openxmlformats.org/officeDocument/2006/relationships/notesSlide" Target="/ppt/notesSlides/notesSlide2.xml" Id="Rf62067abccef42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e64ae14f354af8" /><Relationship Type="http://schemas.openxmlformats.org/officeDocument/2006/relationships/notesSlide" Target="/ppt/notesSlides/notesSlide3.xml" Id="R45158b6768ea4e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a8cd94bab3447d" /><Relationship Type="http://schemas.openxmlformats.org/officeDocument/2006/relationships/notesSlide" Target="/ppt/notesSlides/notesSlide4.xml" Id="R8cffd5efdae545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317face7684b26" /><Relationship Type="http://schemas.openxmlformats.org/officeDocument/2006/relationships/notesSlide" Target="/ppt/notesSlides/notesSlide5.xml" Id="R5deac15898c64f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2a52d78f4449a1" /><Relationship Type="http://schemas.openxmlformats.org/officeDocument/2006/relationships/notesSlide" Target="/ppt/notesSlides/notesSlide6.xml" Id="Rd4fd1175c6e44c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6e7832068042d9" /><Relationship Type="http://schemas.openxmlformats.org/officeDocument/2006/relationships/notesSlide" Target="/ppt/notesSlides/notesSlide7.xml" Id="R0314be5a9f0d43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7e4d7644c04a98" /><Relationship Type="http://schemas.openxmlformats.org/officeDocument/2006/relationships/notesSlide" Target="/ppt/notesSlides/notesSlide8.xml" Id="R8e617da4afb54c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d25f8efd6144a4" /><Relationship Type="http://schemas.openxmlformats.org/officeDocument/2006/relationships/notesSlide" Target="/ppt/notesSlides/notesSlide9.xml" Id="Rc3a438bdf8b542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81f115d3244dbd" /><Relationship Type="http://schemas.openxmlformats.org/officeDocument/2006/relationships/notesSlide" Target="/ppt/notesSlides/notesSlide10.xml" Id="R8d85a46329564e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AA592-9A86-43DC-8042-9F18ED1C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8ED7D9"/>
                </a:solidFill>
              </a:defRPr>
            </a:defPPr>
            <a:lvl1pPr>
              <a:defRPr sz="1200" b="1">
                <a:solidFill>
                  <a:srgbClr val="8ED7D9"/>
                </a:solidFill>
              </a:defRPr>
            </a:lvl1pPr>
            <a:lvl2pPr>
              <a:defRPr sz="1200" b="1">
                <a:solidFill>
                  <a:srgbClr val="8ED7D9"/>
                </a:solidFill>
              </a:defRPr>
            </a:lvl2pPr>
            <a:lvl3pPr>
              <a:defRPr sz="1200" b="1">
                <a:solidFill>
                  <a:srgbClr val="8ED7D9"/>
                </a:solidFill>
              </a:defRPr>
            </a:lvl3pPr>
            <a:lvl4pPr>
              <a:defRPr sz="1200" b="1">
                <a:solidFill>
                  <a:srgbClr val="8ED7D9"/>
                </a:solidFill>
              </a:defRPr>
            </a:lvl4pPr>
            <a:lvl5pPr>
              <a:defRPr sz="1200" b="1">
                <a:solidFill>
                  <a:srgbClr val="8ED7D9"/>
                </a:solidFill>
              </a:defRPr>
            </a:lvl5pPr>
            <a:lvl6pPr>
              <a:defRPr sz="1200" b="1">
                <a:solidFill>
                  <a:srgbClr val="8ED7D9"/>
                </a:solidFill>
              </a:defRPr>
            </a:lvl6pPr>
            <a:lvl7pPr>
              <a:defRPr sz="1200" b="1">
                <a:solidFill>
                  <a:srgbClr val="8ED7D9"/>
                </a:solidFill>
              </a:defRPr>
            </a:lvl7pPr>
            <a:lvl8pPr>
              <a:defRPr sz="1200" b="1">
                <a:solidFill>
                  <a:srgbClr val="8ED7D9"/>
                </a:solidFill>
              </a:defRPr>
            </a:lvl8pPr>
            <a:lvl9pPr>
              <a:defRPr sz="1200" b="1">
                <a:solidFill>
                  <a:srgbClr val="8ED7D9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8ED7D9"/>
                </a:solidFill>
              </a:defRPr>
            </a:pPr>
            <a:r>
              <a:rPr sz="1200" b="1">
                <a:solidFill>
                  <a:srgbClr val="8ED7D9"/>
                </a:solidFill>
              </a:rPr>
              <a:t>PROBABILIDAD Y ESTADÍSTICA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7563F-C06E-4E77-939C-46EDF9A8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  <a:lvl1pPr>
              <a:defRPr sz="3450" b="1">
                <a:solidFill>
                  <a:srgbClr val="FFFFFF"/>
                </a:solidFill>
              </a:defRPr>
            </a:lvl1pPr>
            <a:lvl2pPr>
              <a:defRPr sz="3450" b="1">
                <a:solidFill>
                  <a:srgbClr val="FFFFFF"/>
                </a:solidFill>
              </a:defRPr>
            </a:lvl2pPr>
            <a:lvl3pPr>
              <a:defRPr sz="3450" b="1">
                <a:solidFill>
                  <a:srgbClr val="FFFFFF"/>
                </a:solidFill>
              </a:defRPr>
            </a:lvl3pPr>
            <a:lvl4pPr>
              <a:defRPr sz="3450" b="1">
                <a:solidFill>
                  <a:srgbClr val="FFFFFF"/>
                </a:solidFill>
              </a:defRPr>
            </a:lvl4pPr>
            <a:lvl5pPr>
              <a:defRPr sz="3450" b="1">
                <a:solidFill>
                  <a:srgbClr val="FFFFFF"/>
                </a:solidFill>
              </a:defRPr>
            </a:lvl5pPr>
            <a:lvl6pPr>
              <a:defRPr sz="3450" b="1">
                <a:solidFill>
                  <a:srgbClr val="FFFFFF"/>
                </a:solidFill>
              </a:defRPr>
            </a:lvl6pPr>
            <a:lvl7pPr>
              <a:defRPr sz="3450" b="1">
                <a:solidFill>
                  <a:srgbClr val="FFFFFF"/>
                </a:solidFill>
              </a:defRPr>
            </a:lvl7pPr>
            <a:lvl8pPr>
              <a:defRPr sz="3450" b="1">
                <a:solidFill>
                  <a:srgbClr val="FFFFFF"/>
                </a:solidFill>
              </a:defRPr>
            </a:lvl8pPr>
            <a:lvl9pPr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Ocurrencia de eventos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60A33-6869-4D33-8C1A-42D51798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D27A"/>
                </a:solidFill>
              </a:defRPr>
            </a:defPPr>
            <a:lvl1pPr>
              <a:defRPr sz="3150" b="1">
                <a:solidFill>
                  <a:srgbClr val="FFD27A"/>
                </a:solidFill>
              </a:defRPr>
            </a:lvl1pPr>
            <a:lvl2pPr>
              <a:defRPr sz="3150" b="1">
                <a:solidFill>
                  <a:srgbClr val="FFD27A"/>
                </a:solidFill>
              </a:defRPr>
            </a:lvl2pPr>
            <a:lvl3pPr>
              <a:defRPr sz="3150" b="1">
                <a:solidFill>
                  <a:srgbClr val="FFD27A"/>
                </a:solidFill>
              </a:defRPr>
            </a:lvl3pPr>
            <a:lvl4pPr>
              <a:defRPr sz="3150" b="1">
                <a:solidFill>
                  <a:srgbClr val="FFD27A"/>
                </a:solidFill>
              </a:defRPr>
            </a:lvl4pPr>
            <a:lvl5pPr>
              <a:defRPr sz="3150" b="1">
                <a:solidFill>
                  <a:srgbClr val="FFD27A"/>
                </a:solidFill>
              </a:defRPr>
            </a:lvl5pPr>
            <a:lvl6pPr>
              <a:defRPr sz="3150" b="1">
                <a:solidFill>
                  <a:srgbClr val="FFD27A"/>
                </a:solidFill>
              </a:defRPr>
            </a:lvl6pPr>
            <a:lvl7pPr>
              <a:defRPr sz="3150" b="1">
                <a:solidFill>
                  <a:srgbClr val="FFD27A"/>
                </a:solidFill>
              </a:defRPr>
            </a:lvl7pPr>
            <a:lvl8pPr>
              <a:defRPr sz="3150" b="1">
                <a:solidFill>
                  <a:srgbClr val="FFD27A"/>
                </a:solidFill>
              </a:defRPr>
            </a:lvl8pPr>
            <a:lvl9pPr>
              <a:defRPr sz="3150" b="1">
                <a:solidFill>
                  <a:srgbClr val="FFD27A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D27A"/>
                </a:solidFill>
              </a:defRPr>
            </a:pPr>
            <a:r>
              <a:rPr sz="3150" b="1">
                <a:solidFill>
                  <a:srgbClr val="FFD27A"/>
                </a:solidFill>
              </a:rPr>
              <a:t>Permutaciones y combinaciones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D1399-2D0D-4BB9-A7F1-C9B3245F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9E0AE"/>
                </a:solidFill>
              </a:defRPr>
            </a:defPPr>
            <a:lvl1pPr>
              <a:defRPr sz="1875" b="1">
                <a:solidFill>
                  <a:srgbClr val="79E0AE"/>
                </a:solidFill>
              </a:defRPr>
            </a:lvl1pPr>
            <a:lvl2pPr>
              <a:defRPr sz="1875" b="1">
                <a:solidFill>
                  <a:srgbClr val="79E0AE"/>
                </a:solidFill>
              </a:defRPr>
            </a:lvl2pPr>
            <a:lvl3pPr>
              <a:defRPr sz="1875" b="1">
                <a:solidFill>
                  <a:srgbClr val="79E0AE"/>
                </a:solidFill>
              </a:defRPr>
            </a:lvl3pPr>
            <a:lvl4pPr>
              <a:defRPr sz="1875" b="1">
                <a:solidFill>
                  <a:srgbClr val="79E0AE"/>
                </a:solidFill>
              </a:defRPr>
            </a:lvl4pPr>
            <a:lvl5pPr>
              <a:defRPr sz="1875" b="1">
                <a:solidFill>
                  <a:srgbClr val="79E0AE"/>
                </a:solidFill>
              </a:defRPr>
            </a:lvl5pPr>
            <a:lvl6pPr>
              <a:defRPr sz="1875" b="1">
                <a:solidFill>
                  <a:srgbClr val="79E0AE"/>
                </a:solidFill>
              </a:defRPr>
            </a:lvl6pPr>
            <a:lvl7pPr>
              <a:defRPr sz="1875" b="1">
                <a:solidFill>
                  <a:srgbClr val="79E0AE"/>
                </a:solidFill>
              </a:defRPr>
            </a:lvl7pPr>
            <a:lvl8pPr>
              <a:defRPr sz="1875" b="1">
                <a:solidFill>
                  <a:srgbClr val="79E0AE"/>
                </a:solidFill>
              </a:defRPr>
            </a:lvl8pPr>
            <a:lvl9pPr>
              <a:defRPr sz="1875" b="1">
                <a:solidFill>
                  <a:srgbClr val="79E0AE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79E0AE"/>
                </a:solidFill>
              </a:defRPr>
            </a:pPr>
            <a:r>
              <a:rPr sz="1875" b="1">
                <a:solidFill>
                  <a:srgbClr val="79E0AE"/>
                </a:solidFill>
              </a:rPr>
              <a:t>Láminas con respuestas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05CA4-7C36-4AEA-B2D0-E3CDC526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C7D7E5"/>
                </a:solidFill>
              </a:defRPr>
            </a:defPPr>
            <a:lvl1pPr>
              <a:defRPr sz="1500" b="0">
                <a:solidFill>
                  <a:srgbClr val="C7D7E5"/>
                </a:solidFill>
              </a:defRPr>
            </a:lvl1pPr>
            <a:lvl2pPr>
              <a:defRPr sz="1500" b="0">
                <a:solidFill>
                  <a:srgbClr val="C7D7E5"/>
                </a:solidFill>
              </a:defRPr>
            </a:lvl2pPr>
            <a:lvl3pPr>
              <a:defRPr sz="1500" b="0">
                <a:solidFill>
                  <a:srgbClr val="C7D7E5"/>
                </a:solidFill>
              </a:defRPr>
            </a:lvl3pPr>
            <a:lvl4pPr>
              <a:defRPr sz="1500" b="0">
                <a:solidFill>
                  <a:srgbClr val="C7D7E5"/>
                </a:solidFill>
              </a:defRPr>
            </a:lvl4pPr>
            <a:lvl5pPr>
              <a:defRPr sz="1500" b="0">
                <a:solidFill>
                  <a:srgbClr val="C7D7E5"/>
                </a:solidFill>
              </a:defRPr>
            </a:lvl5pPr>
            <a:lvl6pPr>
              <a:defRPr sz="1500" b="0">
                <a:solidFill>
                  <a:srgbClr val="C7D7E5"/>
                </a:solidFill>
              </a:defRPr>
            </a:lvl6pPr>
            <a:lvl7pPr>
              <a:defRPr sz="1500" b="0">
                <a:solidFill>
                  <a:srgbClr val="C7D7E5"/>
                </a:solidFill>
              </a:defRPr>
            </a:lvl7pPr>
            <a:lvl8pPr>
              <a:defRPr sz="1500" b="0">
                <a:solidFill>
                  <a:srgbClr val="C7D7E5"/>
                </a:solidFill>
              </a:defRPr>
            </a:lvl8pPr>
            <a:lvl9pPr>
              <a:defRPr sz="1500" b="0">
                <a:solidFill>
                  <a:srgbClr val="C7D7E5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7D7E5"/>
                </a:solidFill>
              </a:defRPr>
            </a:pPr>
            <a:r>
              <a:rPr sz="1500" b="0">
                <a:solidFill>
                  <a:srgbClr val="C7D7E5"/>
                </a:solidFill>
              </a:rPr>
              <a:t>Temas 2.3 y 2.4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5BDE4-7BFD-468E-8D84-5A9531A5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9BED0"/>
                </a:solidFill>
              </a:defRPr>
            </a:defPPr>
            <a:lvl1pPr>
              <a:defRPr sz="1125" b="0">
                <a:solidFill>
                  <a:srgbClr val="A9BED0"/>
                </a:solidFill>
              </a:defRPr>
            </a:lvl1pPr>
            <a:lvl2pPr>
              <a:defRPr sz="1125" b="0">
                <a:solidFill>
                  <a:srgbClr val="A9BED0"/>
                </a:solidFill>
              </a:defRPr>
            </a:lvl2pPr>
            <a:lvl3pPr>
              <a:defRPr sz="1125" b="0">
                <a:solidFill>
                  <a:srgbClr val="A9BED0"/>
                </a:solidFill>
              </a:defRPr>
            </a:lvl3pPr>
            <a:lvl4pPr>
              <a:defRPr sz="1125" b="0">
                <a:solidFill>
                  <a:srgbClr val="A9BED0"/>
                </a:solidFill>
              </a:defRPr>
            </a:lvl4pPr>
            <a:lvl5pPr>
              <a:defRPr sz="1125" b="0">
                <a:solidFill>
                  <a:srgbClr val="A9BED0"/>
                </a:solidFill>
              </a:defRPr>
            </a:lvl5pPr>
            <a:lvl6pPr>
              <a:defRPr sz="1125" b="0">
                <a:solidFill>
                  <a:srgbClr val="A9BED0"/>
                </a:solidFill>
              </a:defRPr>
            </a:lvl6pPr>
            <a:lvl7pPr>
              <a:defRPr sz="1125" b="0">
                <a:solidFill>
                  <a:srgbClr val="A9BED0"/>
                </a:solidFill>
              </a:defRPr>
            </a:lvl7pPr>
            <a:lvl8pPr>
              <a:defRPr sz="1125" b="0">
                <a:solidFill>
                  <a:srgbClr val="A9BED0"/>
                </a:solidFill>
              </a:defRPr>
            </a:lvl8pPr>
            <a:lvl9pPr>
              <a:defRPr sz="1125" b="0">
                <a:solidFill>
                  <a:srgbClr val="A9BED0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9BED0"/>
                </a:solidFill>
              </a:defRPr>
            </a:pPr>
            <a:r>
              <a:rPr sz="1125" b="0">
                <a:solidFill>
                  <a:srgbClr val="A9BED0"/>
                </a:solidFill>
              </a:rPr>
              <a:t>IM3CB  |  Material previo a publicación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26A89-A91B-4A31-A1D0-4D644D11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095375"/>
            <a:ext cx="1714500" cy="171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8C7C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0DBAA8-B2C7-4791-BC97-7C07002E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52625"/>
            <a:ext cx="1714500" cy="171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3B5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D6C0EA-2665-4001-AB8A-4FEC4E08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04975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FFFF"/>
                </a:solidFill>
              </a:defRPr>
            </a:defPPr>
            <a:lvl1pPr>
              <a:defRPr sz="2250" b="1">
                <a:solidFill>
                  <a:srgbClr val="FFFFFF"/>
                </a:solidFill>
              </a:defRPr>
            </a:lvl1pPr>
            <a:lvl2pPr>
              <a:defRPr sz="2250" b="1">
                <a:solidFill>
                  <a:srgbClr val="FFFFFF"/>
                </a:solidFill>
              </a:defRPr>
            </a:lvl2pPr>
            <a:lvl3pPr>
              <a:defRPr sz="2250" b="1">
                <a:solidFill>
                  <a:srgbClr val="FFFFFF"/>
                </a:solidFill>
              </a:defRPr>
            </a:lvl3pPr>
            <a:lvl4pPr>
              <a:defRPr sz="2250" b="1">
                <a:solidFill>
                  <a:srgbClr val="FFFFFF"/>
                </a:solidFill>
              </a:defRPr>
            </a:lvl4pPr>
            <a:lvl5pPr>
              <a:defRPr sz="2250" b="1">
                <a:solidFill>
                  <a:srgbClr val="FFFFFF"/>
                </a:solidFill>
              </a:defRPr>
            </a:lvl5pPr>
            <a:lvl6pPr>
              <a:defRPr sz="2250" b="1">
                <a:solidFill>
                  <a:srgbClr val="FFFFFF"/>
                </a:solidFill>
              </a:defRPr>
            </a:lvl6pPr>
            <a:lvl7pPr>
              <a:defRPr sz="2250" b="1">
                <a:solidFill>
                  <a:srgbClr val="FFFFFF"/>
                </a:solidFill>
              </a:defRPr>
            </a:lvl7pPr>
            <a:lvl8pPr>
              <a:defRPr sz="2250" b="1">
                <a:solidFill>
                  <a:srgbClr val="FFFFFF"/>
                </a:solidFill>
              </a:defRPr>
            </a:lvl8pPr>
            <a:lvl9pPr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5FDAED-057A-47F1-82C0-147869AE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5717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FFFF"/>
                </a:solidFill>
              </a:defRPr>
            </a:defPPr>
            <a:lvl1pPr>
              <a:defRPr sz="2250" b="1">
                <a:solidFill>
                  <a:srgbClr val="FFFFFF"/>
                </a:solidFill>
              </a:defRPr>
            </a:lvl1pPr>
            <a:lvl2pPr>
              <a:defRPr sz="2250" b="1">
                <a:solidFill>
                  <a:srgbClr val="FFFFFF"/>
                </a:solidFill>
              </a:defRPr>
            </a:lvl2pPr>
            <a:lvl3pPr>
              <a:defRPr sz="2250" b="1">
                <a:solidFill>
                  <a:srgbClr val="FFFFFF"/>
                </a:solidFill>
              </a:defRPr>
            </a:lvl3pPr>
            <a:lvl4pPr>
              <a:defRPr sz="2250" b="1">
                <a:solidFill>
                  <a:srgbClr val="FFFFFF"/>
                </a:solidFill>
              </a:defRPr>
            </a:lvl4pPr>
            <a:lvl5pPr>
              <a:defRPr sz="2250" b="1">
                <a:solidFill>
                  <a:srgbClr val="FFFFFF"/>
                </a:solidFill>
              </a:defRPr>
            </a:lvl5pPr>
            <a:lvl6pPr>
              <a:defRPr sz="2250" b="1">
                <a:solidFill>
                  <a:srgbClr val="FFFFFF"/>
                </a:solidFill>
              </a:defRPr>
            </a:lvl6pPr>
            <a:lvl7pPr>
              <a:defRPr sz="2250" b="1">
                <a:solidFill>
                  <a:srgbClr val="FFFFFF"/>
                </a:solidFill>
              </a:defRPr>
            </a:lvl7pPr>
            <a:lvl8pPr>
              <a:defRPr sz="2250" b="1">
                <a:solidFill>
                  <a:srgbClr val="FFFFFF"/>
                </a:solidFill>
              </a:defRPr>
            </a:lvl8pPr>
            <a:lvl9pPr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2824615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AAA550-E7FA-448B-8646-EC994548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7C83"/>
                </a:solidFill>
              </a:defRPr>
            </a:defPPr>
            <a:lvl1pPr>
              <a:defRPr sz="1200" b="1">
                <a:solidFill>
                  <a:srgbClr val="007C83"/>
                </a:solidFill>
              </a:defRPr>
            </a:lvl1pPr>
            <a:lvl2pPr>
              <a:defRPr sz="1200" b="1">
                <a:solidFill>
                  <a:srgbClr val="007C83"/>
                </a:solidFill>
              </a:defRPr>
            </a:lvl2pPr>
            <a:lvl3pPr>
              <a:defRPr sz="1200" b="1">
                <a:solidFill>
                  <a:srgbClr val="007C83"/>
                </a:solidFill>
              </a:defRPr>
            </a:lvl3pPr>
            <a:lvl4pPr>
              <a:defRPr sz="1200" b="1">
                <a:solidFill>
                  <a:srgbClr val="007C83"/>
                </a:solidFill>
              </a:defRPr>
            </a:lvl4pPr>
            <a:lvl5pPr>
              <a:defRPr sz="1200" b="1">
                <a:solidFill>
                  <a:srgbClr val="007C83"/>
                </a:solidFill>
              </a:defRPr>
            </a:lvl5pPr>
            <a:lvl6pPr>
              <a:defRPr sz="1200" b="1">
                <a:solidFill>
                  <a:srgbClr val="007C83"/>
                </a:solidFill>
              </a:defRPr>
            </a:lvl6pPr>
            <a:lvl7pPr>
              <a:defRPr sz="1200" b="1">
                <a:solidFill>
                  <a:srgbClr val="007C83"/>
                </a:solidFill>
              </a:defRPr>
            </a:lvl7pPr>
            <a:lvl8pPr>
              <a:defRPr sz="1200" b="1">
                <a:solidFill>
                  <a:srgbClr val="007C83"/>
                </a:solidFill>
              </a:defRPr>
            </a:lvl8pPr>
            <a:lvl9pPr>
              <a:defRPr sz="1200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7C83"/>
                </a:solidFill>
              </a:defRPr>
            </a:pPr>
            <a:r>
              <a:rPr sz="1200" b="1">
                <a:solidFill>
                  <a:srgbClr val="007C83"/>
                </a:solidFill>
              </a:rPr>
              <a:t>2.3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0C924-A0E2-434A-8424-6BE1776B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24F"/>
                </a:solidFill>
              </a:defRPr>
            </a:defPPr>
            <a:lvl1pPr>
              <a:defRPr sz="2550" b="1">
                <a:solidFill>
                  <a:srgbClr val="16324F"/>
                </a:solidFill>
              </a:defRPr>
            </a:lvl1pPr>
            <a:lvl2pPr>
              <a:defRPr sz="2550" b="1">
                <a:solidFill>
                  <a:srgbClr val="16324F"/>
                </a:solidFill>
              </a:defRPr>
            </a:lvl2pPr>
            <a:lvl3pPr>
              <a:defRPr sz="2550" b="1">
                <a:solidFill>
                  <a:srgbClr val="16324F"/>
                </a:solidFill>
              </a:defRPr>
            </a:lvl3pPr>
            <a:lvl4pPr>
              <a:defRPr sz="2550" b="1">
                <a:solidFill>
                  <a:srgbClr val="16324F"/>
                </a:solidFill>
              </a:defRPr>
            </a:lvl4pPr>
            <a:lvl5pPr>
              <a:defRPr sz="2550" b="1">
                <a:solidFill>
                  <a:srgbClr val="16324F"/>
                </a:solidFill>
              </a:defRPr>
            </a:lvl5pPr>
            <a:lvl6pPr>
              <a:defRPr sz="2550" b="1">
                <a:solidFill>
                  <a:srgbClr val="16324F"/>
                </a:solidFill>
              </a:defRPr>
            </a:lvl6pPr>
            <a:lvl7pPr>
              <a:defRPr sz="2550" b="1">
                <a:solidFill>
                  <a:srgbClr val="16324F"/>
                </a:solidFill>
              </a:defRPr>
            </a:lvl7pPr>
            <a:lvl8pPr>
              <a:defRPr sz="2550" b="1">
                <a:solidFill>
                  <a:srgbClr val="16324F"/>
                </a:solidFill>
              </a:defRPr>
            </a:lvl8pPr>
            <a:lvl9pPr>
              <a:defRPr sz="25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Ocurrencia de un evento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EAC32-93A8-424C-886D-557AA8DB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6F7C"/>
                </a:solidFill>
              </a:defRPr>
            </a:defPPr>
            <a:lvl1pPr>
              <a:defRPr sz="1350" b="0">
                <a:solidFill>
                  <a:srgbClr val="5C6F7C"/>
                </a:solidFill>
              </a:defRPr>
            </a:lvl1pPr>
            <a:lvl2pPr>
              <a:defRPr sz="1350" b="0">
                <a:solidFill>
                  <a:srgbClr val="5C6F7C"/>
                </a:solidFill>
              </a:defRPr>
            </a:lvl2pPr>
            <a:lvl3pPr>
              <a:defRPr sz="1350" b="0">
                <a:solidFill>
                  <a:srgbClr val="5C6F7C"/>
                </a:solidFill>
              </a:defRPr>
            </a:lvl3pPr>
            <a:lvl4pPr>
              <a:defRPr sz="1350" b="0">
                <a:solidFill>
                  <a:srgbClr val="5C6F7C"/>
                </a:solidFill>
              </a:defRPr>
            </a:lvl4pPr>
            <a:lvl5pPr>
              <a:defRPr sz="1350" b="0">
                <a:solidFill>
                  <a:srgbClr val="5C6F7C"/>
                </a:solidFill>
              </a:defRPr>
            </a:lvl5pPr>
            <a:lvl6pPr>
              <a:defRPr sz="1350" b="0">
                <a:solidFill>
                  <a:srgbClr val="5C6F7C"/>
                </a:solidFill>
              </a:defRPr>
            </a:lvl6pPr>
            <a:lvl7pPr>
              <a:defRPr sz="1350" b="0">
                <a:solidFill>
                  <a:srgbClr val="5C6F7C"/>
                </a:solidFill>
              </a:defRPr>
            </a:lvl7pPr>
            <a:lvl8pPr>
              <a:defRPr sz="1350" b="0">
                <a:solidFill>
                  <a:srgbClr val="5C6F7C"/>
                </a:solidFill>
              </a:defRPr>
            </a:lvl8pPr>
            <a:lvl9pPr>
              <a:defRPr sz="1350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C"/>
                </a:solidFill>
              </a:defRPr>
            </a:pPr>
            <a:r>
              <a:rPr sz="1350" b="0">
                <a:solidFill>
                  <a:srgbClr val="5C6F7C"/>
                </a:solidFill>
              </a:rPr>
              <a:t>Un evento ocurre cuando el resultado observado pertenece al conjunto que lo define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C3D41-FCD0-40D9-BCA0-FDADD5D6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850442-6BF5-43A8-A24D-465CDD79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7C83"/>
                </a:solidFill>
              </a:defRPr>
            </a:defPPr>
            <a:lvl1pPr>
              <a:defRPr sz="1650" b="1">
                <a:solidFill>
                  <a:srgbClr val="007C83"/>
                </a:solidFill>
              </a:defRPr>
            </a:lvl1pPr>
            <a:lvl2pPr>
              <a:defRPr sz="1650" b="1">
                <a:solidFill>
                  <a:srgbClr val="007C83"/>
                </a:solidFill>
              </a:defRPr>
            </a:lvl2pPr>
            <a:lvl3pPr>
              <a:defRPr sz="1650" b="1">
                <a:solidFill>
                  <a:srgbClr val="007C83"/>
                </a:solidFill>
              </a:defRPr>
            </a:lvl3pPr>
            <a:lvl4pPr>
              <a:defRPr sz="1650" b="1">
                <a:solidFill>
                  <a:srgbClr val="007C83"/>
                </a:solidFill>
              </a:defRPr>
            </a:lvl4pPr>
            <a:lvl5pPr>
              <a:defRPr sz="1650" b="1">
                <a:solidFill>
                  <a:srgbClr val="007C83"/>
                </a:solidFill>
              </a:defRPr>
            </a:lvl5pPr>
            <a:lvl6pPr>
              <a:defRPr sz="1650" b="1">
                <a:solidFill>
                  <a:srgbClr val="007C83"/>
                </a:solidFill>
              </a:defRPr>
            </a:lvl6pPr>
            <a:lvl7pPr>
              <a:defRPr sz="1650" b="1">
                <a:solidFill>
                  <a:srgbClr val="007C83"/>
                </a:solidFill>
              </a:defRPr>
            </a:lvl7pPr>
            <a:lvl8pPr>
              <a:defRPr sz="1650" b="1">
                <a:solidFill>
                  <a:srgbClr val="007C83"/>
                </a:solidFill>
              </a:defRPr>
            </a:lvl8pPr>
            <a:lvl9pPr>
              <a:defRPr sz="1650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C83"/>
                </a:solidFill>
              </a:defRPr>
            </a:pPr>
            <a:r>
              <a:rPr sz="1650" b="1">
                <a:solidFill>
                  <a:srgbClr val="007C83"/>
                </a:solidFill>
              </a:rPr>
              <a:t>Completa los conceptos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2EF7D-E3D7-4C62-B3CD-1D967A2F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6324F"/>
                </a:solidFill>
              </a:defRPr>
            </a:defPPr>
            <a:lvl1pPr>
              <a:defRPr sz="1425" b="1">
                <a:solidFill>
                  <a:srgbClr val="16324F"/>
                </a:solidFill>
              </a:defRPr>
            </a:lvl1pPr>
            <a:lvl2pPr>
              <a:defRPr sz="1425" b="1">
                <a:solidFill>
                  <a:srgbClr val="16324F"/>
                </a:solidFill>
              </a:defRPr>
            </a:lvl2pPr>
            <a:lvl3pPr>
              <a:defRPr sz="1425" b="1">
                <a:solidFill>
                  <a:srgbClr val="16324F"/>
                </a:solidFill>
              </a:defRPr>
            </a:lvl3pPr>
            <a:lvl4pPr>
              <a:defRPr sz="1425" b="1">
                <a:solidFill>
                  <a:srgbClr val="16324F"/>
                </a:solidFill>
              </a:defRPr>
            </a:lvl4pPr>
            <a:lvl5pPr>
              <a:defRPr sz="1425" b="1">
                <a:solidFill>
                  <a:srgbClr val="16324F"/>
                </a:solidFill>
              </a:defRPr>
            </a:lvl5pPr>
            <a:lvl6pPr>
              <a:defRPr sz="1425" b="1">
                <a:solidFill>
                  <a:srgbClr val="16324F"/>
                </a:solidFill>
              </a:defRPr>
            </a:lvl6pPr>
            <a:lvl7pPr>
              <a:defRPr sz="1425" b="1">
                <a:solidFill>
                  <a:srgbClr val="16324F"/>
                </a:solidFill>
              </a:defRPr>
            </a:lvl7pPr>
            <a:lvl8pPr>
              <a:defRPr sz="1425" b="1">
                <a:solidFill>
                  <a:srgbClr val="16324F"/>
                </a:solidFill>
              </a:defRPr>
            </a:lvl8pPr>
            <a:lvl9pPr>
              <a:defRPr sz="14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6324F"/>
                </a:solidFill>
              </a:defRPr>
            </a:pPr>
            <a:r>
              <a:rPr sz="1425" b="1">
                <a:solidFill>
                  <a:srgbClr val="16324F"/>
                </a:solidFill>
              </a:rPr>
              <a:t>Experimento aleatorio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09C99-9DE8-47DF-AD9C-E18C79F0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1935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6845B"/>
                </a:solidFill>
              </a:defRPr>
            </a:defPPr>
            <a:lvl1pPr>
              <a:defRPr sz="1350" b="1">
                <a:solidFill>
                  <a:srgbClr val="16845B"/>
                </a:solidFill>
              </a:defRPr>
            </a:lvl1pPr>
            <a:lvl2pPr>
              <a:defRPr sz="1350" b="1">
                <a:solidFill>
                  <a:srgbClr val="16845B"/>
                </a:solidFill>
              </a:defRPr>
            </a:lvl2pPr>
            <a:lvl3pPr>
              <a:defRPr sz="1350" b="1">
                <a:solidFill>
                  <a:srgbClr val="16845B"/>
                </a:solidFill>
              </a:defRPr>
            </a:lvl3pPr>
            <a:lvl4pPr>
              <a:defRPr sz="1350" b="1">
                <a:solidFill>
                  <a:srgbClr val="16845B"/>
                </a:solidFill>
              </a:defRPr>
            </a:lvl4pPr>
            <a:lvl5pPr>
              <a:defRPr sz="1350" b="1">
                <a:solidFill>
                  <a:srgbClr val="16845B"/>
                </a:solidFill>
              </a:defRPr>
            </a:lvl5pPr>
            <a:lvl6pPr>
              <a:defRPr sz="1350" b="1">
                <a:solidFill>
                  <a:srgbClr val="16845B"/>
                </a:solidFill>
              </a:defRPr>
            </a:lvl6pPr>
            <a:lvl7pPr>
              <a:defRPr sz="1350" b="1">
                <a:solidFill>
                  <a:srgbClr val="16845B"/>
                </a:solidFill>
              </a:defRPr>
            </a:lvl7pPr>
            <a:lvl8pPr>
              <a:defRPr sz="1350" b="1">
                <a:solidFill>
                  <a:srgbClr val="16845B"/>
                </a:solidFill>
              </a:defRPr>
            </a:lvl8pPr>
            <a:lvl9pPr>
              <a:defRPr sz="1350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6845B"/>
                </a:solidFill>
              </a:defRPr>
            </a:pPr>
            <a:r>
              <a:rPr sz="1350" b="1">
                <a:solidFill>
                  <a:srgbClr val="16845B"/>
                </a:solidFill>
              </a:rPr>
              <a:t>Proceso cuyo resultado no se conoce con certeza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0C1C7-A13C-4975-BBDC-4855452C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6324F"/>
                </a:solidFill>
              </a:defRPr>
            </a:defPPr>
            <a:lvl1pPr>
              <a:defRPr sz="1425" b="1">
                <a:solidFill>
                  <a:srgbClr val="16324F"/>
                </a:solidFill>
              </a:defRPr>
            </a:lvl1pPr>
            <a:lvl2pPr>
              <a:defRPr sz="1425" b="1">
                <a:solidFill>
                  <a:srgbClr val="16324F"/>
                </a:solidFill>
              </a:defRPr>
            </a:lvl2pPr>
            <a:lvl3pPr>
              <a:defRPr sz="1425" b="1">
                <a:solidFill>
                  <a:srgbClr val="16324F"/>
                </a:solidFill>
              </a:defRPr>
            </a:lvl3pPr>
            <a:lvl4pPr>
              <a:defRPr sz="1425" b="1">
                <a:solidFill>
                  <a:srgbClr val="16324F"/>
                </a:solidFill>
              </a:defRPr>
            </a:lvl4pPr>
            <a:lvl5pPr>
              <a:defRPr sz="1425" b="1">
                <a:solidFill>
                  <a:srgbClr val="16324F"/>
                </a:solidFill>
              </a:defRPr>
            </a:lvl5pPr>
            <a:lvl6pPr>
              <a:defRPr sz="1425" b="1">
                <a:solidFill>
                  <a:srgbClr val="16324F"/>
                </a:solidFill>
              </a:defRPr>
            </a:lvl6pPr>
            <a:lvl7pPr>
              <a:defRPr sz="1425" b="1">
                <a:solidFill>
                  <a:srgbClr val="16324F"/>
                </a:solidFill>
              </a:defRPr>
            </a:lvl7pPr>
            <a:lvl8pPr>
              <a:defRPr sz="1425" b="1">
                <a:solidFill>
                  <a:srgbClr val="16324F"/>
                </a:solidFill>
              </a:defRPr>
            </a:lvl8pPr>
            <a:lvl9pPr>
              <a:defRPr sz="14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6324F"/>
                </a:solidFill>
              </a:defRPr>
            </a:pPr>
            <a:r>
              <a:rPr sz="1425" b="1">
                <a:solidFill>
                  <a:srgbClr val="16324F"/>
                </a:solidFill>
              </a:rPr>
              <a:t>Espacio muestral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1ED19-AA2E-4607-9DA3-926328D2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33725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6845B"/>
                </a:solidFill>
              </a:defRPr>
            </a:defPPr>
            <a:lvl1pPr>
              <a:defRPr sz="1350" b="1">
                <a:solidFill>
                  <a:srgbClr val="16845B"/>
                </a:solidFill>
              </a:defRPr>
            </a:lvl1pPr>
            <a:lvl2pPr>
              <a:defRPr sz="1350" b="1">
                <a:solidFill>
                  <a:srgbClr val="16845B"/>
                </a:solidFill>
              </a:defRPr>
            </a:lvl2pPr>
            <a:lvl3pPr>
              <a:defRPr sz="1350" b="1">
                <a:solidFill>
                  <a:srgbClr val="16845B"/>
                </a:solidFill>
              </a:defRPr>
            </a:lvl3pPr>
            <a:lvl4pPr>
              <a:defRPr sz="1350" b="1">
                <a:solidFill>
                  <a:srgbClr val="16845B"/>
                </a:solidFill>
              </a:defRPr>
            </a:lvl4pPr>
            <a:lvl5pPr>
              <a:defRPr sz="1350" b="1">
                <a:solidFill>
                  <a:srgbClr val="16845B"/>
                </a:solidFill>
              </a:defRPr>
            </a:lvl5pPr>
            <a:lvl6pPr>
              <a:defRPr sz="1350" b="1">
                <a:solidFill>
                  <a:srgbClr val="16845B"/>
                </a:solidFill>
              </a:defRPr>
            </a:lvl6pPr>
            <a:lvl7pPr>
              <a:defRPr sz="1350" b="1">
                <a:solidFill>
                  <a:srgbClr val="16845B"/>
                </a:solidFill>
              </a:defRPr>
            </a:lvl7pPr>
            <a:lvl8pPr>
              <a:defRPr sz="1350" b="1">
                <a:solidFill>
                  <a:srgbClr val="16845B"/>
                </a:solidFill>
              </a:defRPr>
            </a:lvl8pPr>
            <a:lvl9pPr>
              <a:defRPr sz="1350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6845B"/>
                </a:solidFill>
              </a:defRPr>
            </a:pPr>
            <a:r>
              <a:rPr sz="1350" b="1">
                <a:solidFill>
                  <a:srgbClr val="16845B"/>
                </a:solidFill>
              </a:rPr>
              <a:t>Conjunto de todos los resultados posibles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599C8-22F1-43F2-86CC-7E84A4C0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6324F"/>
                </a:solidFill>
              </a:defRPr>
            </a:defPPr>
            <a:lvl1pPr>
              <a:defRPr sz="1425" b="1">
                <a:solidFill>
                  <a:srgbClr val="16324F"/>
                </a:solidFill>
              </a:defRPr>
            </a:lvl1pPr>
            <a:lvl2pPr>
              <a:defRPr sz="1425" b="1">
                <a:solidFill>
                  <a:srgbClr val="16324F"/>
                </a:solidFill>
              </a:defRPr>
            </a:lvl2pPr>
            <a:lvl3pPr>
              <a:defRPr sz="1425" b="1">
                <a:solidFill>
                  <a:srgbClr val="16324F"/>
                </a:solidFill>
              </a:defRPr>
            </a:lvl3pPr>
            <a:lvl4pPr>
              <a:defRPr sz="1425" b="1">
                <a:solidFill>
                  <a:srgbClr val="16324F"/>
                </a:solidFill>
              </a:defRPr>
            </a:lvl4pPr>
            <a:lvl5pPr>
              <a:defRPr sz="1425" b="1">
                <a:solidFill>
                  <a:srgbClr val="16324F"/>
                </a:solidFill>
              </a:defRPr>
            </a:lvl5pPr>
            <a:lvl6pPr>
              <a:defRPr sz="1425" b="1">
                <a:solidFill>
                  <a:srgbClr val="16324F"/>
                </a:solidFill>
              </a:defRPr>
            </a:lvl6pPr>
            <a:lvl7pPr>
              <a:defRPr sz="1425" b="1">
                <a:solidFill>
                  <a:srgbClr val="16324F"/>
                </a:solidFill>
              </a:defRPr>
            </a:lvl7pPr>
            <a:lvl8pPr>
              <a:defRPr sz="1425" b="1">
                <a:solidFill>
                  <a:srgbClr val="16324F"/>
                </a:solidFill>
              </a:defRPr>
            </a:lvl8pPr>
            <a:lvl9pPr>
              <a:defRPr sz="14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6324F"/>
                </a:solidFill>
              </a:defRPr>
            </a:pPr>
            <a:r>
              <a:rPr sz="1425" b="1">
                <a:solidFill>
                  <a:srgbClr val="16324F"/>
                </a:solidFill>
              </a:rPr>
              <a:t>Evento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CB94F2-2577-47C1-9E8E-30865C85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481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6845B"/>
                </a:solidFill>
              </a:defRPr>
            </a:defPPr>
            <a:lvl1pPr>
              <a:defRPr sz="1350" b="1">
                <a:solidFill>
                  <a:srgbClr val="16845B"/>
                </a:solidFill>
              </a:defRPr>
            </a:lvl1pPr>
            <a:lvl2pPr>
              <a:defRPr sz="1350" b="1">
                <a:solidFill>
                  <a:srgbClr val="16845B"/>
                </a:solidFill>
              </a:defRPr>
            </a:lvl2pPr>
            <a:lvl3pPr>
              <a:defRPr sz="1350" b="1">
                <a:solidFill>
                  <a:srgbClr val="16845B"/>
                </a:solidFill>
              </a:defRPr>
            </a:lvl3pPr>
            <a:lvl4pPr>
              <a:defRPr sz="1350" b="1">
                <a:solidFill>
                  <a:srgbClr val="16845B"/>
                </a:solidFill>
              </a:defRPr>
            </a:lvl4pPr>
            <a:lvl5pPr>
              <a:defRPr sz="1350" b="1">
                <a:solidFill>
                  <a:srgbClr val="16845B"/>
                </a:solidFill>
              </a:defRPr>
            </a:lvl5pPr>
            <a:lvl6pPr>
              <a:defRPr sz="1350" b="1">
                <a:solidFill>
                  <a:srgbClr val="16845B"/>
                </a:solidFill>
              </a:defRPr>
            </a:lvl6pPr>
            <a:lvl7pPr>
              <a:defRPr sz="1350" b="1">
                <a:solidFill>
                  <a:srgbClr val="16845B"/>
                </a:solidFill>
              </a:defRPr>
            </a:lvl7pPr>
            <a:lvl8pPr>
              <a:defRPr sz="1350" b="1">
                <a:solidFill>
                  <a:srgbClr val="16845B"/>
                </a:solidFill>
              </a:defRPr>
            </a:lvl8pPr>
            <a:lvl9pPr>
              <a:defRPr sz="1350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6845B"/>
                </a:solidFill>
              </a:defRPr>
            </a:pPr>
            <a:r>
              <a:rPr sz="1350" b="1">
                <a:solidFill>
                  <a:srgbClr val="16845B"/>
                </a:solidFill>
              </a:rPr>
              <a:t>Subconjunto de resultados de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D329C8-BF7D-4BFA-9FB3-9CDC83A9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6324F"/>
                </a:solidFill>
              </a:defRPr>
            </a:defPPr>
            <a:lvl1pPr>
              <a:defRPr sz="1425" b="1">
                <a:solidFill>
                  <a:srgbClr val="16324F"/>
                </a:solidFill>
              </a:defRPr>
            </a:lvl1pPr>
            <a:lvl2pPr>
              <a:defRPr sz="1425" b="1">
                <a:solidFill>
                  <a:srgbClr val="16324F"/>
                </a:solidFill>
              </a:defRPr>
            </a:lvl2pPr>
            <a:lvl3pPr>
              <a:defRPr sz="1425" b="1">
                <a:solidFill>
                  <a:srgbClr val="16324F"/>
                </a:solidFill>
              </a:defRPr>
            </a:lvl3pPr>
            <a:lvl4pPr>
              <a:defRPr sz="1425" b="1">
                <a:solidFill>
                  <a:srgbClr val="16324F"/>
                </a:solidFill>
              </a:defRPr>
            </a:lvl4pPr>
            <a:lvl5pPr>
              <a:defRPr sz="1425" b="1">
                <a:solidFill>
                  <a:srgbClr val="16324F"/>
                </a:solidFill>
              </a:defRPr>
            </a:lvl5pPr>
            <a:lvl6pPr>
              <a:defRPr sz="1425" b="1">
                <a:solidFill>
                  <a:srgbClr val="16324F"/>
                </a:solidFill>
              </a:defRPr>
            </a:lvl6pPr>
            <a:lvl7pPr>
              <a:defRPr sz="1425" b="1">
                <a:solidFill>
                  <a:srgbClr val="16324F"/>
                </a:solidFill>
              </a:defRPr>
            </a:lvl7pPr>
            <a:lvl8pPr>
              <a:defRPr sz="1425" b="1">
                <a:solidFill>
                  <a:srgbClr val="16324F"/>
                </a:solidFill>
              </a:defRPr>
            </a:lvl8pPr>
            <a:lvl9pPr>
              <a:defRPr sz="14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6324F"/>
                </a:solidFill>
              </a:defRPr>
            </a:pPr>
            <a:r>
              <a:rPr sz="1425" b="1">
                <a:solidFill>
                  <a:srgbClr val="16324F"/>
                </a:solidFill>
              </a:rPr>
              <a:t>Ocurrencia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E3DDA-5274-4CEF-AA0D-2C4D99AC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62475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6845B"/>
                </a:solidFill>
              </a:defRPr>
            </a:defPPr>
            <a:lvl1pPr>
              <a:defRPr sz="1350" b="1">
                <a:solidFill>
                  <a:srgbClr val="16845B"/>
                </a:solidFill>
              </a:defRPr>
            </a:lvl1pPr>
            <a:lvl2pPr>
              <a:defRPr sz="1350" b="1">
                <a:solidFill>
                  <a:srgbClr val="16845B"/>
                </a:solidFill>
              </a:defRPr>
            </a:lvl2pPr>
            <a:lvl3pPr>
              <a:defRPr sz="1350" b="1">
                <a:solidFill>
                  <a:srgbClr val="16845B"/>
                </a:solidFill>
              </a:defRPr>
            </a:lvl3pPr>
            <a:lvl4pPr>
              <a:defRPr sz="1350" b="1">
                <a:solidFill>
                  <a:srgbClr val="16845B"/>
                </a:solidFill>
              </a:defRPr>
            </a:lvl4pPr>
            <a:lvl5pPr>
              <a:defRPr sz="1350" b="1">
                <a:solidFill>
                  <a:srgbClr val="16845B"/>
                </a:solidFill>
              </a:defRPr>
            </a:lvl5pPr>
            <a:lvl6pPr>
              <a:defRPr sz="1350" b="1">
                <a:solidFill>
                  <a:srgbClr val="16845B"/>
                </a:solidFill>
              </a:defRPr>
            </a:lvl6pPr>
            <a:lvl7pPr>
              <a:defRPr sz="1350" b="1">
                <a:solidFill>
                  <a:srgbClr val="16845B"/>
                </a:solidFill>
              </a:defRPr>
            </a:lvl7pPr>
            <a:lvl8pPr>
              <a:defRPr sz="1350" b="1">
                <a:solidFill>
                  <a:srgbClr val="16845B"/>
                </a:solidFill>
              </a:defRPr>
            </a:lvl8pPr>
            <a:lvl9pPr>
              <a:defRPr sz="1350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6845B"/>
                </a:solidFill>
              </a:defRPr>
            </a:pPr>
            <a:r>
              <a:rPr sz="1350" b="1">
                <a:solidFill>
                  <a:srgbClr val="16845B"/>
                </a:solidFill>
              </a:rPr>
              <a:t>El resultado obtenido pertenece a 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CAF931-42F9-452B-80BD-B0FB7361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34000"/>
            <a:ext cx="442912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9525">
            <a:solidFill>
              <a:srgbClr val="007C8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72C05-C2E6-4965-8FEE-A99D2441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10200"/>
            <a:ext cx="404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6324F"/>
                </a:solidFill>
              </a:defRPr>
            </a:defPPr>
            <a:lvl1pPr>
              <a:defRPr sz="1275" b="1">
                <a:solidFill>
                  <a:srgbClr val="16324F"/>
                </a:solidFill>
              </a:defRPr>
            </a:lvl1pPr>
            <a:lvl2pPr>
              <a:defRPr sz="1275" b="1">
                <a:solidFill>
                  <a:srgbClr val="16324F"/>
                </a:solidFill>
              </a:defRPr>
            </a:lvl2pPr>
            <a:lvl3pPr>
              <a:defRPr sz="1275" b="1">
                <a:solidFill>
                  <a:srgbClr val="16324F"/>
                </a:solidFill>
              </a:defRPr>
            </a:lvl3pPr>
            <a:lvl4pPr>
              <a:defRPr sz="1275" b="1">
                <a:solidFill>
                  <a:srgbClr val="16324F"/>
                </a:solidFill>
              </a:defRPr>
            </a:lvl4pPr>
            <a:lvl5pPr>
              <a:defRPr sz="1275" b="1">
                <a:solidFill>
                  <a:srgbClr val="16324F"/>
                </a:solidFill>
              </a:defRPr>
            </a:lvl5pPr>
            <a:lvl6pPr>
              <a:defRPr sz="1275" b="1">
                <a:solidFill>
                  <a:srgbClr val="16324F"/>
                </a:solidFill>
              </a:defRPr>
            </a:lvl6pPr>
            <a:lvl7pPr>
              <a:defRPr sz="1275" b="1">
                <a:solidFill>
                  <a:srgbClr val="16324F"/>
                </a:solidFill>
              </a:defRPr>
            </a:lvl7pPr>
            <a:lvl8pPr>
              <a:defRPr sz="1275" b="1">
                <a:solidFill>
                  <a:srgbClr val="16324F"/>
                </a:solidFill>
              </a:defRPr>
            </a:lvl8pPr>
            <a:lvl9pPr>
              <a:defRPr sz="127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6324F"/>
                </a:solidFill>
              </a:defRPr>
            </a:pPr>
            <a:r>
              <a:rPr sz="1275" b="1">
                <a:solidFill>
                  <a:srgbClr val="16324F"/>
                </a:solidFill>
              </a:rPr>
              <a:t>Ejemplo: dado justo, A = obtener número par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5690FE-6F19-4E7A-A9E9-329EEA8F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676900"/>
            <a:ext cx="404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6845B"/>
                </a:solidFill>
              </a:defRPr>
            </a:defPPr>
            <a:lvl1pPr>
              <a:defRPr sz="1275" b="1">
                <a:solidFill>
                  <a:srgbClr val="16845B"/>
                </a:solidFill>
              </a:defRPr>
            </a:lvl1pPr>
            <a:lvl2pPr>
              <a:defRPr sz="1275" b="1">
                <a:solidFill>
                  <a:srgbClr val="16845B"/>
                </a:solidFill>
              </a:defRPr>
            </a:lvl2pPr>
            <a:lvl3pPr>
              <a:defRPr sz="1275" b="1">
                <a:solidFill>
                  <a:srgbClr val="16845B"/>
                </a:solidFill>
              </a:defRPr>
            </a:lvl3pPr>
            <a:lvl4pPr>
              <a:defRPr sz="1275" b="1">
                <a:solidFill>
                  <a:srgbClr val="16845B"/>
                </a:solidFill>
              </a:defRPr>
            </a:lvl4pPr>
            <a:lvl5pPr>
              <a:defRPr sz="1275" b="1">
                <a:solidFill>
                  <a:srgbClr val="16845B"/>
                </a:solidFill>
              </a:defRPr>
            </a:lvl5pPr>
            <a:lvl6pPr>
              <a:defRPr sz="1275" b="1">
                <a:solidFill>
                  <a:srgbClr val="16845B"/>
                </a:solidFill>
              </a:defRPr>
            </a:lvl6pPr>
            <a:lvl7pPr>
              <a:defRPr sz="1275" b="1">
                <a:solidFill>
                  <a:srgbClr val="16845B"/>
                </a:solidFill>
              </a:defRPr>
            </a:lvl7pPr>
            <a:lvl8pPr>
              <a:defRPr sz="1275" b="1">
                <a:solidFill>
                  <a:srgbClr val="16845B"/>
                </a:solidFill>
              </a:defRPr>
            </a:lvl8pPr>
            <a:lvl9pPr>
              <a:defRPr sz="1275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6845B"/>
                </a:solidFill>
              </a:defRPr>
            </a:pPr>
            <a:r>
              <a:rPr sz="1275" b="1">
                <a:solidFill>
                  <a:srgbClr val="16845B"/>
                </a:solidFill>
              </a:rPr>
              <a:t>A = {2, 4, 6}. Si sale 4, A ocurre.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414175-F138-4298-A2E1-2B8AE381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845B"/>
                </a:solidFill>
              </a:defRPr>
            </a:defPPr>
            <a:lvl1pPr>
              <a:defRPr sz="825" b="1">
                <a:solidFill>
                  <a:srgbClr val="16845B"/>
                </a:solidFill>
              </a:defRPr>
            </a:lvl1pPr>
            <a:lvl2pPr>
              <a:defRPr sz="825" b="1">
                <a:solidFill>
                  <a:srgbClr val="16845B"/>
                </a:solidFill>
              </a:defRPr>
            </a:lvl2pPr>
            <a:lvl3pPr>
              <a:defRPr sz="825" b="1">
                <a:solidFill>
                  <a:srgbClr val="16845B"/>
                </a:solidFill>
              </a:defRPr>
            </a:lvl3pPr>
            <a:lvl4pPr>
              <a:defRPr sz="825" b="1">
                <a:solidFill>
                  <a:srgbClr val="16845B"/>
                </a:solidFill>
              </a:defRPr>
            </a:lvl4pPr>
            <a:lvl5pPr>
              <a:defRPr sz="825" b="1">
                <a:solidFill>
                  <a:srgbClr val="16845B"/>
                </a:solidFill>
              </a:defRPr>
            </a:lvl5pPr>
            <a:lvl6pPr>
              <a:defRPr sz="825" b="1">
                <a:solidFill>
                  <a:srgbClr val="16845B"/>
                </a:solidFill>
              </a:defRPr>
            </a:lvl6pPr>
            <a:lvl7pPr>
              <a:defRPr sz="825" b="1">
                <a:solidFill>
                  <a:srgbClr val="16845B"/>
                </a:solidFill>
              </a:defRPr>
            </a:lvl7pPr>
            <a:lvl8pPr>
              <a:defRPr sz="825" b="1">
                <a:solidFill>
                  <a:srgbClr val="16845B"/>
                </a:solidFill>
              </a:defRPr>
            </a:lvl8pPr>
            <a:lvl9pPr>
              <a:defRPr sz="825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845B"/>
                </a:solidFill>
              </a:defRPr>
            </a:pPr>
            <a:r>
              <a:rPr sz="825" b="1">
                <a:solidFill>
                  <a:srgbClr val="16845B"/>
                </a:solidFill>
              </a:rPr>
              <a:t>VERSIÓN DOCENTE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C8252B-A71C-47F1-9688-E07ADEC5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5C6F7C"/>
                </a:solidFill>
              </a:defRPr>
            </a:defPPr>
            <a:lvl1pPr>
              <a:defRPr sz="825" b="1">
                <a:solidFill>
                  <a:srgbClr val="5C6F7C"/>
                </a:solidFill>
              </a:defRPr>
            </a:lvl1pPr>
            <a:lvl2pPr>
              <a:defRPr sz="825" b="1">
                <a:solidFill>
                  <a:srgbClr val="5C6F7C"/>
                </a:solidFill>
              </a:defRPr>
            </a:lvl2pPr>
            <a:lvl3pPr>
              <a:defRPr sz="825" b="1">
                <a:solidFill>
                  <a:srgbClr val="5C6F7C"/>
                </a:solidFill>
              </a:defRPr>
            </a:lvl3pPr>
            <a:lvl4pPr>
              <a:defRPr sz="825" b="1">
                <a:solidFill>
                  <a:srgbClr val="5C6F7C"/>
                </a:solidFill>
              </a:defRPr>
            </a:lvl4pPr>
            <a:lvl5pPr>
              <a:defRPr sz="825" b="1">
                <a:solidFill>
                  <a:srgbClr val="5C6F7C"/>
                </a:solidFill>
              </a:defRPr>
            </a:lvl5pPr>
            <a:lvl6pPr>
              <a:defRPr sz="825" b="1">
                <a:solidFill>
                  <a:srgbClr val="5C6F7C"/>
                </a:solidFill>
              </a:defRPr>
            </a:lvl6pPr>
            <a:lvl7pPr>
              <a:defRPr sz="825" b="1">
                <a:solidFill>
                  <a:srgbClr val="5C6F7C"/>
                </a:solidFill>
              </a:defRPr>
            </a:lvl7pPr>
            <a:lvl8pPr>
              <a:defRPr sz="825" b="1">
                <a:solidFill>
                  <a:srgbClr val="5C6F7C"/>
                </a:solidFill>
              </a:defRPr>
            </a:lvl8pPr>
            <a:lvl9pPr>
              <a:defRPr sz="825" b="1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5C6F7C"/>
                </a:solidFill>
              </a:defRPr>
            </a:pPr>
            <a:r>
              <a:rPr sz="825" b="1">
                <a:solidFill>
                  <a:srgbClr val="5C6F7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29362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432628-AFCA-4344-BB91-42B08153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7C83"/>
                </a:solidFill>
              </a:defRPr>
            </a:defPPr>
            <a:lvl1pPr>
              <a:defRPr sz="1200" b="1">
                <a:solidFill>
                  <a:srgbClr val="007C83"/>
                </a:solidFill>
              </a:defRPr>
            </a:lvl1pPr>
            <a:lvl2pPr>
              <a:defRPr sz="1200" b="1">
                <a:solidFill>
                  <a:srgbClr val="007C83"/>
                </a:solidFill>
              </a:defRPr>
            </a:lvl2pPr>
            <a:lvl3pPr>
              <a:defRPr sz="1200" b="1">
                <a:solidFill>
                  <a:srgbClr val="007C83"/>
                </a:solidFill>
              </a:defRPr>
            </a:lvl3pPr>
            <a:lvl4pPr>
              <a:defRPr sz="1200" b="1">
                <a:solidFill>
                  <a:srgbClr val="007C83"/>
                </a:solidFill>
              </a:defRPr>
            </a:lvl4pPr>
            <a:lvl5pPr>
              <a:defRPr sz="1200" b="1">
                <a:solidFill>
                  <a:srgbClr val="007C83"/>
                </a:solidFill>
              </a:defRPr>
            </a:lvl5pPr>
            <a:lvl6pPr>
              <a:defRPr sz="1200" b="1">
                <a:solidFill>
                  <a:srgbClr val="007C83"/>
                </a:solidFill>
              </a:defRPr>
            </a:lvl6pPr>
            <a:lvl7pPr>
              <a:defRPr sz="1200" b="1">
                <a:solidFill>
                  <a:srgbClr val="007C83"/>
                </a:solidFill>
              </a:defRPr>
            </a:lvl7pPr>
            <a:lvl8pPr>
              <a:defRPr sz="1200" b="1">
                <a:solidFill>
                  <a:srgbClr val="007C83"/>
                </a:solidFill>
              </a:defRPr>
            </a:lvl8pPr>
            <a:lvl9pPr>
              <a:defRPr sz="1200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7C83"/>
                </a:solidFill>
              </a:defRPr>
            </a:pPr>
            <a:r>
              <a:rPr sz="1200" b="1">
                <a:solidFill>
                  <a:srgbClr val="007C83"/>
                </a:solidFill>
              </a:rPr>
              <a:t>2.3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B98F5-C638-41B1-A99F-A64AF34B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24F"/>
                </a:solidFill>
              </a:defRPr>
            </a:defPPr>
            <a:lvl1pPr>
              <a:defRPr sz="2550" b="1">
                <a:solidFill>
                  <a:srgbClr val="16324F"/>
                </a:solidFill>
              </a:defRPr>
            </a:lvl1pPr>
            <a:lvl2pPr>
              <a:defRPr sz="2550" b="1">
                <a:solidFill>
                  <a:srgbClr val="16324F"/>
                </a:solidFill>
              </a:defRPr>
            </a:lvl2pPr>
            <a:lvl3pPr>
              <a:defRPr sz="2550" b="1">
                <a:solidFill>
                  <a:srgbClr val="16324F"/>
                </a:solidFill>
              </a:defRPr>
            </a:lvl3pPr>
            <a:lvl4pPr>
              <a:defRPr sz="2550" b="1">
                <a:solidFill>
                  <a:srgbClr val="16324F"/>
                </a:solidFill>
              </a:defRPr>
            </a:lvl4pPr>
            <a:lvl5pPr>
              <a:defRPr sz="2550" b="1">
                <a:solidFill>
                  <a:srgbClr val="16324F"/>
                </a:solidFill>
              </a:defRPr>
            </a:lvl5pPr>
            <a:lvl6pPr>
              <a:defRPr sz="2550" b="1">
                <a:solidFill>
                  <a:srgbClr val="16324F"/>
                </a:solidFill>
              </a:defRPr>
            </a:lvl6pPr>
            <a:lvl7pPr>
              <a:defRPr sz="2550" b="1">
                <a:solidFill>
                  <a:srgbClr val="16324F"/>
                </a:solidFill>
              </a:defRPr>
            </a:lvl7pPr>
            <a:lvl8pPr>
              <a:defRPr sz="2550" b="1">
                <a:solidFill>
                  <a:srgbClr val="16324F"/>
                </a:solidFill>
              </a:defRPr>
            </a:lvl8pPr>
            <a:lvl9pPr>
              <a:defRPr sz="25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Operaciones con eventos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110C86-6262-4EBB-A47F-3E2024BD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6F7C"/>
                </a:solidFill>
              </a:defRPr>
            </a:defPPr>
            <a:lvl1pPr>
              <a:defRPr sz="1350" b="0">
                <a:solidFill>
                  <a:srgbClr val="5C6F7C"/>
                </a:solidFill>
              </a:defRPr>
            </a:lvl1pPr>
            <a:lvl2pPr>
              <a:defRPr sz="1350" b="0">
                <a:solidFill>
                  <a:srgbClr val="5C6F7C"/>
                </a:solidFill>
              </a:defRPr>
            </a:lvl2pPr>
            <a:lvl3pPr>
              <a:defRPr sz="1350" b="0">
                <a:solidFill>
                  <a:srgbClr val="5C6F7C"/>
                </a:solidFill>
              </a:defRPr>
            </a:lvl3pPr>
            <a:lvl4pPr>
              <a:defRPr sz="1350" b="0">
                <a:solidFill>
                  <a:srgbClr val="5C6F7C"/>
                </a:solidFill>
              </a:defRPr>
            </a:lvl4pPr>
            <a:lvl5pPr>
              <a:defRPr sz="1350" b="0">
                <a:solidFill>
                  <a:srgbClr val="5C6F7C"/>
                </a:solidFill>
              </a:defRPr>
            </a:lvl5pPr>
            <a:lvl6pPr>
              <a:defRPr sz="1350" b="0">
                <a:solidFill>
                  <a:srgbClr val="5C6F7C"/>
                </a:solidFill>
              </a:defRPr>
            </a:lvl6pPr>
            <a:lvl7pPr>
              <a:defRPr sz="1350" b="0">
                <a:solidFill>
                  <a:srgbClr val="5C6F7C"/>
                </a:solidFill>
              </a:defRPr>
            </a:lvl7pPr>
            <a:lvl8pPr>
              <a:defRPr sz="1350" b="0">
                <a:solidFill>
                  <a:srgbClr val="5C6F7C"/>
                </a:solidFill>
              </a:defRPr>
            </a:lvl8pPr>
            <a:lvl9pPr>
              <a:defRPr sz="1350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C"/>
                </a:solidFill>
              </a:defRPr>
            </a:pPr>
            <a:r>
              <a:rPr sz="1350" b="0">
                <a:solidFill>
                  <a:srgbClr val="5C6F7C"/>
                </a:solidFill>
              </a:rPr>
              <a:t>Unión, intersección, complemento y diferencia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09D41-0EDA-49D2-9648-93BEE819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E8E18-1B0C-4405-9B40-45E2A55A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3429000" cy="2476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7C8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D8408-1AD8-468C-85FD-E7EA9E2E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33625"/>
            <a:ext cx="3429000" cy="2476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85D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15729-5A39-4D3C-A193-7AB0D004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1937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7C83"/>
                </a:solidFill>
              </a:defRPr>
            </a:defPPr>
            <a:lvl1pPr>
              <a:defRPr sz="2400" b="1">
                <a:solidFill>
                  <a:srgbClr val="007C83"/>
                </a:solidFill>
              </a:defRPr>
            </a:lvl1pPr>
            <a:lvl2pPr>
              <a:defRPr sz="2400" b="1">
                <a:solidFill>
                  <a:srgbClr val="007C83"/>
                </a:solidFill>
              </a:defRPr>
            </a:lvl2pPr>
            <a:lvl3pPr>
              <a:defRPr sz="2400" b="1">
                <a:solidFill>
                  <a:srgbClr val="007C83"/>
                </a:solidFill>
              </a:defRPr>
            </a:lvl3pPr>
            <a:lvl4pPr>
              <a:defRPr sz="2400" b="1">
                <a:solidFill>
                  <a:srgbClr val="007C83"/>
                </a:solidFill>
              </a:defRPr>
            </a:lvl4pPr>
            <a:lvl5pPr>
              <a:defRPr sz="2400" b="1">
                <a:solidFill>
                  <a:srgbClr val="007C83"/>
                </a:solidFill>
              </a:defRPr>
            </a:lvl5pPr>
            <a:lvl6pPr>
              <a:defRPr sz="2400" b="1">
                <a:solidFill>
                  <a:srgbClr val="007C83"/>
                </a:solidFill>
              </a:defRPr>
            </a:lvl6pPr>
            <a:lvl7pPr>
              <a:defRPr sz="2400" b="1">
                <a:solidFill>
                  <a:srgbClr val="007C83"/>
                </a:solidFill>
              </a:defRPr>
            </a:lvl7pPr>
            <a:lvl8pPr>
              <a:defRPr sz="2400" b="1">
                <a:solidFill>
                  <a:srgbClr val="007C83"/>
                </a:solidFill>
              </a:defRPr>
            </a:lvl8pPr>
            <a:lvl9pPr>
              <a:defRPr sz="2400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7C83"/>
                </a:solidFill>
              </a:defRPr>
            </a:pPr>
            <a:r>
              <a:rPr sz="2400" b="1">
                <a:solidFill>
                  <a:srgbClr val="007C83"/>
                </a:solidFill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834C1-2620-44C9-A46E-96C42C7B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1937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E85D5D"/>
                </a:solidFill>
              </a:defRPr>
            </a:defPPr>
            <a:lvl1pPr>
              <a:defRPr sz="2400" b="1">
                <a:solidFill>
                  <a:srgbClr val="E85D5D"/>
                </a:solidFill>
              </a:defRPr>
            </a:lvl1pPr>
            <a:lvl2pPr>
              <a:defRPr sz="2400" b="1">
                <a:solidFill>
                  <a:srgbClr val="E85D5D"/>
                </a:solidFill>
              </a:defRPr>
            </a:lvl2pPr>
            <a:lvl3pPr>
              <a:defRPr sz="2400" b="1">
                <a:solidFill>
                  <a:srgbClr val="E85D5D"/>
                </a:solidFill>
              </a:defRPr>
            </a:lvl3pPr>
            <a:lvl4pPr>
              <a:defRPr sz="2400" b="1">
                <a:solidFill>
                  <a:srgbClr val="E85D5D"/>
                </a:solidFill>
              </a:defRPr>
            </a:lvl4pPr>
            <a:lvl5pPr>
              <a:defRPr sz="2400" b="1">
                <a:solidFill>
                  <a:srgbClr val="E85D5D"/>
                </a:solidFill>
              </a:defRPr>
            </a:lvl5pPr>
            <a:lvl6pPr>
              <a:defRPr sz="2400" b="1">
                <a:solidFill>
                  <a:srgbClr val="E85D5D"/>
                </a:solidFill>
              </a:defRPr>
            </a:lvl6pPr>
            <a:lvl7pPr>
              <a:defRPr sz="2400" b="1">
                <a:solidFill>
                  <a:srgbClr val="E85D5D"/>
                </a:solidFill>
              </a:defRPr>
            </a:lvl7pPr>
            <a:lvl8pPr>
              <a:defRPr sz="2400" b="1">
                <a:solidFill>
                  <a:srgbClr val="E85D5D"/>
                </a:solidFill>
              </a:defRPr>
            </a:lvl8pPr>
            <a:lvl9pPr>
              <a:defRPr sz="2400" b="1">
                <a:solidFill>
                  <a:srgbClr val="E85D5D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85D5D"/>
                </a:solidFill>
              </a:defRPr>
            </a:pPr>
            <a:r>
              <a:rPr sz="2400" b="1">
                <a:solidFill>
                  <a:srgbClr val="E85D5D"/>
                </a:solidFill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79756-4E81-4201-916E-DF12A0D5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81375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24F"/>
                </a:solidFill>
              </a:defRPr>
            </a:defPPr>
            <a:lvl1pPr>
              <a:defRPr sz="1800" b="1">
                <a:solidFill>
                  <a:srgbClr val="16324F"/>
                </a:solidFill>
              </a:defRPr>
            </a:lvl1pPr>
            <a:lvl2pPr>
              <a:defRPr sz="1800" b="1">
                <a:solidFill>
                  <a:srgbClr val="16324F"/>
                </a:solidFill>
              </a:defRPr>
            </a:lvl2pPr>
            <a:lvl3pPr>
              <a:defRPr sz="1800" b="1">
                <a:solidFill>
                  <a:srgbClr val="16324F"/>
                </a:solidFill>
              </a:defRPr>
            </a:lvl3pPr>
            <a:lvl4pPr>
              <a:defRPr sz="1800" b="1">
                <a:solidFill>
                  <a:srgbClr val="16324F"/>
                </a:solidFill>
              </a:defRPr>
            </a:lvl4pPr>
            <a:lvl5pPr>
              <a:defRPr sz="1800" b="1">
                <a:solidFill>
                  <a:srgbClr val="16324F"/>
                </a:solidFill>
              </a:defRPr>
            </a:lvl5pPr>
            <a:lvl6pPr>
              <a:defRPr sz="1800" b="1">
                <a:solidFill>
                  <a:srgbClr val="16324F"/>
                </a:solidFill>
              </a:defRPr>
            </a:lvl6pPr>
            <a:lvl7pPr>
              <a:defRPr sz="1800" b="1">
                <a:solidFill>
                  <a:srgbClr val="16324F"/>
                </a:solidFill>
              </a:defRPr>
            </a:lvl7pPr>
            <a:lvl8pPr>
              <a:defRPr sz="1800" b="1">
                <a:solidFill>
                  <a:srgbClr val="16324F"/>
                </a:solidFill>
              </a:defRPr>
            </a:lvl8pPr>
            <a:lvl9pPr>
              <a:defRPr sz="180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A ∩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BB638-D215-4579-ADD9-1F72331A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385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6845B"/>
                </a:solidFill>
              </a:defRPr>
            </a:defPPr>
            <a:lvl1pPr>
              <a:defRPr sz="1275" b="1">
                <a:solidFill>
                  <a:srgbClr val="16845B"/>
                </a:solidFill>
              </a:defRPr>
            </a:lvl1pPr>
            <a:lvl2pPr>
              <a:defRPr sz="1275" b="1">
                <a:solidFill>
                  <a:srgbClr val="16845B"/>
                </a:solidFill>
              </a:defRPr>
            </a:lvl2pPr>
            <a:lvl3pPr>
              <a:defRPr sz="1275" b="1">
                <a:solidFill>
                  <a:srgbClr val="16845B"/>
                </a:solidFill>
              </a:defRPr>
            </a:lvl3pPr>
            <a:lvl4pPr>
              <a:defRPr sz="1275" b="1">
                <a:solidFill>
                  <a:srgbClr val="16845B"/>
                </a:solidFill>
              </a:defRPr>
            </a:lvl4pPr>
            <a:lvl5pPr>
              <a:defRPr sz="1275" b="1">
                <a:solidFill>
                  <a:srgbClr val="16845B"/>
                </a:solidFill>
              </a:defRPr>
            </a:lvl5pPr>
            <a:lvl6pPr>
              <a:defRPr sz="1275" b="1">
                <a:solidFill>
                  <a:srgbClr val="16845B"/>
                </a:solidFill>
              </a:defRPr>
            </a:lvl6pPr>
            <a:lvl7pPr>
              <a:defRPr sz="1275" b="1">
                <a:solidFill>
                  <a:srgbClr val="16845B"/>
                </a:solidFill>
              </a:defRPr>
            </a:lvl7pPr>
            <a:lvl8pPr>
              <a:defRPr sz="1275" b="1">
                <a:solidFill>
                  <a:srgbClr val="16845B"/>
                </a:solidFill>
              </a:defRPr>
            </a:lvl8pPr>
            <a:lvl9pPr>
              <a:defRPr sz="1275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6845B"/>
                </a:solidFill>
              </a:defRPr>
            </a:pPr>
            <a:r>
              <a:rPr sz="1275" b="1">
                <a:solidFill>
                  <a:srgbClr val="16845B"/>
                </a:solidFill>
              </a:rPr>
              <a:t>Resultados comunes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36EE7A-96A7-4CE3-8A2F-35A43E8E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38375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C83"/>
                </a:solidFill>
              </a:defRPr>
            </a:defPPr>
            <a:lvl1pPr>
              <a:defRPr sz="1875" b="1">
                <a:solidFill>
                  <a:srgbClr val="007C83"/>
                </a:solidFill>
              </a:defRPr>
            </a:lvl1pPr>
            <a:lvl2pPr>
              <a:defRPr sz="1875" b="1">
                <a:solidFill>
                  <a:srgbClr val="007C83"/>
                </a:solidFill>
              </a:defRPr>
            </a:lvl2pPr>
            <a:lvl3pPr>
              <a:defRPr sz="1875" b="1">
                <a:solidFill>
                  <a:srgbClr val="007C83"/>
                </a:solidFill>
              </a:defRPr>
            </a:lvl3pPr>
            <a:lvl4pPr>
              <a:defRPr sz="1875" b="1">
                <a:solidFill>
                  <a:srgbClr val="007C83"/>
                </a:solidFill>
              </a:defRPr>
            </a:lvl4pPr>
            <a:lvl5pPr>
              <a:defRPr sz="1875" b="1">
                <a:solidFill>
                  <a:srgbClr val="007C83"/>
                </a:solidFill>
              </a:defRPr>
            </a:lvl5pPr>
            <a:lvl6pPr>
              <a:defRPr sz="1875" b="1">
                <a:solidFill>
                  <a:srgbClr val="007C83"/>
                </a:solidFill>
              </a:defRPr>
            </a:lvl6pPr>
            <a:lvl7pPr>
              <a:defRPr sz="1875" b="1">
                <a:solidFill>
                  <a:srgbClr val="007C83"/>
                </a:solidFill>
              </a:defRPr>
            </a:lvl7pPr>
            <a:lvl8pPr>
              <a:defRPr sz="1875" b="1">
                <a:solidFill>
                  <a:srgbClr val="007C83"/>
                </a:solidFill>
              </a:defRPr>
            </a:lvl8pPr>
            <a:lvl9pPr>
              <a:defRPr sz="1875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83"/>
                </a:solidFill>
              </a:defRPr>
            </a:pPr>
            <a:r>
              <a:rPr sz="1875" b="1">
                <a:solidFill>
                  <a:srgbClr val="007C83"/>
                </a:solidFill>
              </a:rPr>
              <a:t>A ∪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33E07F-4738-43D4-A084-41F23DBF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6845B"/>
                </a:solidFill>
              </a:defRPr>
            </a:defPPr>
            <a:lvl1pPr>
              <a:defRPr sz="1275" b="1">
                <a:solidFill>
                  <a:srgbClr val="16845B"/>
                </a:solidFill>
              </a:defRPr>
            </a:lvl1pPr>
            <a:lvl2pPr>
              <a:defRPr sz="1275" b="1">
                <a:solidFill>
                  <a:srgbClr val="16845B"/>
                </a:solidFill>
              </a:defRPr>
            </a:lvl2pPr>
            <a:lvl3pPr>
              <a:defRPr sz="1275" b="1">
                <a:solidFill>
                  <a:srgbClr val="16845B"/>
                </a:solidFill>
              </a:defRPr>
            </a:lvl3pPr>
            <a:lvl4pPr>
              <a:defRPr sz="1275" b="1">
                <a:solidFill>
                  <a:srgbClr val="16845B"/>
                </a:solidFill>
              </a:defRPr>
            </a:lvl4pPr>
            <a:lvl5pPr>
              <a:defRPr sz="1275" b="1">
                <a:solidFill>
                  <a:srgbClr val="16845B"/>
                </a:solidFill>
              </a:defRPr>
            </a:lvl5pPr>
            <a:lvl6pPr>
              <a:defRPr sz="1275" b="1">
                <a:solidFill>
                  <a:srgbClr val="16845B"/>
                </a:solidFill>
              </a:defRPr>
            </a:lvl6pPr>
            <a:lvl7pPr>
              <a:defRPr sz="1275" b="1">
                <a:solidFill>
                  <a:srgbClr val="16845B"/>
                </a:solidFill>
              </a:defRPr>
            </a:lvl7pPr>
            <a:lvl8pPr>
              <a:defRPr sz="1275" b="1">
                <a:solidFill>
                  <a:srgbClr val="16845B"/>
                </a:solidFill>
              </a:defRPr>
            </a:lvl8pPr>
            <a:lvl9pPr>
              <a:defRPr sz="1275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6845B"/>
                </a:solidFill>
              </a:defRPr>
            </a:pPr>
            <a:r>
              <a:rPr sz="1275" b="1">
                <a:solidFill>
                  <a:srgbClr val="16845B"/>
                </a:solidFill>
              </a:rPr>
              <a:t>Ocurre A, ocurre B o ocurren ambos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10012-61DE-476E-B974-F74D094D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38475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E85D5D"/>
                </a:solidFill>
              </a:defRPr>
            </a:defPPr>
            <a:lvl1pPr>
              <a:defRPr sz="1875" b="1">
                <a:solidFill>
                  <a:srgbClr val="E85D5D"/>
                </a:solidFill>
              </a:defRPr>
            </a:lvl1pPr>
            <a:lvl2pPr>
              <a:defRPr sz="1875" b="1">
                <a:solidFill>
                  <a:srgbClr val="E85D5D"/>
                </a:solidFill>
              </a:defRPr>
            </a:lvl2pPr>
            <a:lvl3pPr>
              <a:defRPr sz="1875" b="1">
                <a:solidFill>
                  <a:srgbClr val="E85D5D"/>
                </a:solidFill>
              </a:defRPr>
            </a:lvl3pPr>
            <a:lvl4pPr>
              <a:defRPr sz="1875" b="1">
                <a:solidFill>
                  <a:srgbClr val="E85D5D"/>
                </a:solidFill>
              </a:defRPr>
            </a:lvl4pPr>
            <a:lvl5pPr>
              <a:defRPr sz="1875" b="1">
                <a:solidFill>
                  <a:srgbClr val="E85D5D"/>
                </a:solidFill>
              </a:defRPr>
            </a:lvl5pPr>
            <a:lvl6pPr>
              <a:defRPr sz="1875" b="1">
                <a:solidFill>
                  <a:srgbClr val="E85D5D"/>
                </a:solidFill>
              </a:defRPr>
            </a:lvl6pPr>
            <a:lvl7pPr>
              <a:defRPr sz="1875" b="1">
                <a:solidFill>
                  <a:srgbClr val="E85D5D"/>
                </a:solidFill>
              </a:defRPr>
            </a:lvl7pPr>
            <a:lvl8pPr>
              <a:defRPr sz="1875" b="1">
                <a:solidFill>
                  <a:srgbClr val="E85D5D"/>
                </a:solidFill>
              </a:defRPr>
            </a:lvl8pPr>
            <a:lvl9pPr>
              <a:defRPr sz="1875" b="1">
                <a:solidFill>
                  <a:srgbClr val="E85D5D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E85D5D"/>
                </a:solidFill>
              </a:defRPr>
            </a:pPr>
            <a:r>
              <a:rPr sz="1875" b="1">
                <a:solidFill>
                  <a:srgbClr val="E85D5D"/>
                </a:solidFill>
              </a:rPr>
              <a:t>A ∩ 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49FCA9-2F43-44F5-B5CF-0E52D753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908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6845B"/>
                </a:solidFill>
              </a:defRPr>
            </a:defPPr>
            <a:lvl1pPr>
              <a:defRPr sz="1275" b="1">
                <a:solidFill>
                  <a:srgbClr val="16845B"/>
                </a:solidFill>
              </a:defRPr>
            </a:lvl1pPr>
            <a:lvl2pPr>
              <a:defRPr sz="1275" b="1">
                <a:solidFill>
                  <a:srgbClr val="16845B"/>
                </a:solidFill>
              </a:defRPr>
            </a:lvl2pPr>
            <a:lvl3pPr>
              <a:defRPr sz="1275" b="1">
                <a:solidFill>
                  <a:srgbClr val="16845B"/>
                </a:solidFill>
              </a:defRPr>
            </a:lvl3pPr>
            <a:lvl4pPr>
              <a:defRPr sz="1275" b="1">
                <a:solidFill>
                  <a:srgbClr val="16845B"/>
                </a:solidFill>
              </a:defRPr>
            </a:lvl4pPr>
            <a:lvl5pPr>
              <a:defRPr sz="1275" b="1">
                <a:solidFill>
                  <a:srgbClr val="16845B"/>
                </a:solidFill>
              </a:defRPr>
            </a:lvl5pPr>
            <a:lvl6pPr>
              <a:defRPr sz="1275" b="1">
                <a:solidFill>
                  <a:srgbClr val="16845B"/>
                </a:solidFill>
              </a:defRPr>
            </a:lvl6pPr>
            <a:lvl7pPr>
              <a:defRPr sz="1275" b="1">
                <a:solidFill>
                  <a:srgbClr val="16845B"/>
                </a:solidFill>
              </a:defRPr>
            </a:lvl7pPr>
            <a:lvl8pPr>
              <a:defRPr sz="1275" b="1">
                <a:solidFill>
                  <a:srgbClr val="16845B"/>
                </a:solidFill>
              </a:defRPr>
            </a:lvl8pPr>
            <a:lvl9pPr>
              <a:defRPr sz="1275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6845B"/>
                </a:solidFill>
              </a:defRPr>
            </a:pPr>
            <a:r>
              <a:rPr sz="1275" b="1">
                <a:solidFill>
                  <a:srgbClr val="16845B"/>
                </a:solidFill>
              </a:rPr>
              <a:t>Ocurren A y B al mismo tiempo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A1E2D1-C761-4C64-9068-0E1CD451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38575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324F"/>
                </a:solidFill>
              </a:defRPr>
            </a:defPPr>
            <a:lvl1pPr>
              <a:defRPr sz="1875" b="1">
                <a:solidFill>
                  <a:srgbClr val="16324F"/>
                </a:solidFill>
              </a:defRPr>
            </a:lvl1pPr>
            <a:lvl2pPr>
              <a:defRPr sz="1875" b="1">
                <a:solidFill>
                  <a:srgbClr val="16324F"/>
                </a:solidFill>
              </a:defRPr>
            </a:lvl2pPr>
            <a:lvl3pPr>
              <a:defRPr sz="1875" b="1">
                <a:solidFill>
                  <a:srgbClr val="16324F"/>
                </a:solidFill>
              </a:defRPr>
            </a:lvl3pPr>
            <a:lvl4pPr>
              <a:defRPr sz="1875" b="1">
                <a:solidFill>
                  <a:srgbClr val="16324F"/>
                </a:solidFill>
              </a:defRPr>
            </a:lvl4pPr>
            <a:lvl5pPr>
              <a:defRPr sz="1875" b="1">
                <a:solidFill>
                  <a:srgbClr val="16324F"/>
                </a:solidFill>
              </a:defRPr>
            </a:lvl5pPr>
            <a:lvl6pPr>
              <a:defRPr sz="1875" b="1">
                <a:solidFill>
                  <a:srgbClr val="16324F"/>
                </a:solidFill>
              </a:defRPr>
            </a:lvl6pPr>
            <a:lvl7pPr>
              <a:defRPr sz="1875" b="1">
                <a:solidFill>
                  <a:srgbClr val="16324F"/>
                </a:solidFill>
              </a:defRPr>
            </a:lvl7pPr>
            <a:lvl8pPr>
              <a:defRPr sz="1875" b="1">
                <a:solidFill>
                  <a:srgbClr val="16324F"/>
                </a:solidFill>
              </a:defRPr>
            </a:lvl8pPr>
            <a:lvl9pPr>
              <a:defRPr sz="187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324F"/>
                </a:solidFill>
              </a:defRPr>
            </a:pPr>
            <a:r>
              <a:rPr sz="1875" b="1">
                <a:solidFill>
                  <a:srgbClr val="16324F"/>
                </a:solidFill>
              </a:rPr>
              <a:t>Aᶜ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2366F6-4892-4F83-9755-C851CC4E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909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6845B"/>
                </a:solidFill>
              </a:defRPr>
            </a:defPPr>
            <a:lvl1pPr>
              <a:defRPr sz="1275" b="1">
                <a:solidFill>
                  <a:srgbClr val="16845B"/>
                </a:solidFill>
              </a:defRPr>
            </a:lvl1pPr>
            <a:lvl2pPr>
              <a:defRPr sz="1275" b="1">
                <a:solidFill>
                  <a:srgbClr val="16845B"/>
                </a:solidFill>
              </a:defRPr>
            </a:lvl2pPr>
            <a:lvl3pPr>
              <a:defRPr sz="1275" b="1">
                <a:solidFill>
                  <a:srgbClr val="16845B"/>
                </a:solidFill>
              </a:defRPr>
            </a:lvl3pPr>
            <a:lvl4pPr>
              <a:defRPr sz="1275" b="1">
                <a:solidFill>
                  <a:srgbClr val="16845B"/>
                </a:solidFill>
              </a:defRPr>
            </a:lvl4pPr>
            <a:lvl5pPr>
              <a:defRPr sz="1275" b="1">
                <a:solidFill>
                  <a:srgbClr val="16845B"/>
                </a:solidFill>
              </a:defRPr>
            </a:lvl5pPr>
            <a:lvl6pPr>
              <a:defRPr sz="1275" b="1">
                <a:solidFill>
                  <a:srgbClr val="16845B"/>
                </a:solidFill>
              </a:defRPr>
            </a:lvl6pPr>
            <a:lvl7pPr>
              <a:defRPr sz="1275" b="1">
                <a:solidFill>
                  <a:srgbClr val="16845B"/>
                </a:solidFill>
              </a:defRPr>
            </a:lvl7pPr>
            <a:lvl8pPr>
              <a:defRPr sz="1275" b="1">
                <a:solidFill>
                  <a:srgbClr val="16845B"/>
                </a:solidFill>
              </a:defRPr>
            </a:lvl8pPr>
            <a:lvl9pPr>
              <a:defRPr sz="1275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6845B"/>
                </a:solidFill>
              </a:defRPr>
            </a:pPr>
            <a:r>
              <a:rPr sz="1275" b="1">
                <a:solidFill>
                  <a:srgbClr val="16845B"/>
                </a:solidFill>
              </a:rPr>
              <a:t>No ocurre 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F32152-31AA-4EC7-AB97-367A866B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38675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324F"/>
                </a:solidFill>
              </a:defRPr>
            </a:defPPr>
            <a:lvl1pPr>
              <a:defRPr sz="1875" b="1">
                <a:solidFill>
                  <a:srgbClr val="16324F"/>
                </a:solidFill>
              </a:defRPr>
            </a:lvl1pPr>
            <a:lvl2pPr>
              <a:defRPr sz="1875" b="1">
                <a:solidFill>
                  <a:srgbClr val="16324F"/>
                </a:solidFill>
              </a:defRPr>
            </a:lvl2pPr>
            <a:lvl3pPr>
              <a:defRPr sz="1875" b="1">
                <a:solidFill>
                  <a:srgbClr val="16324F"/>
                </a:solidFill>
              </a:defRPr>
            </a:lvl3pPr>
            <a:lvl4pPr>
              <a:defRPr sz="1875" b="1">
                <a:solidFill>
                  <a:srgbClr val="16324F"/>
                </a:solidFill>
              </a:defRPr>
            </a:lvl4pPr>
            <a:lvl5pPr>
              <a:defRPr sz="1875" b="1">
                <a:solidFill>
                  <a:srgbClr val="16324F"/>
                </a:solidFill>
              </a:defRPr>
            </a:lvl5pPr>
            <a:lvl6pPr>
              <a:defRPr sz="1875" b="1">
                <a:solidFill>
                  <a:srgbClr val="16324F"/>
                </a:solidFill>
              </a:defRPr>
            </a:lvl6pPr>
            <a:lvl7pPr>
              <a:defRPr sz="1875" b="1">
                <a:solidFill>
                  <a:srgbClr val="16324F"/>
                </a:solidFill>
              </a:defRPr>
            </a:lvl7pPr>
            <a:lvl8pPr>
              <a:defRPr sz="1875" b="1">
                <a:solidFill>
                  <a:srgbClr val="16324F"/>
                </a:solidFill>
              </a:defRPr>
            </a:lvl8pPr>
            <a:lvl9pPr>
              <a:defRPr sz="187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324F"/>
                </a:solidFill>
              </a:defRPr>
            </a:pPr>
            <a:r>
              <a:rPr sz="1875" b="1">
                <a:solidFill>
                  <a:srgbClr val="16324F"/>
                </a:solidFill>
              </a:rPr>
              <a:t>A − 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209160-CF86-4DF9-AE98-3E7A6945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910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6845B"/>
                </a:solidFill>
              </a:defRPr>
            </a:defPPr>
            <a:lvl1pPr>
              <a:defRPr sz="1275" b="1">
                <a:solidFill>
                  <a:srgbClr val="16845B"/>
                </a:solidFill>
              </a:defRPr>
            </a:lvl1pPr>
            <a:lvl2pPr>
              <a:defRPr sz="1275" b="1">
                <a:solidFill>
                  <a:srgbClr val="16845B"/>
                </a:solidFill>
              </a:defRPr>
            </a:lvl2pPr>
            <a:lvl3pPr>
              <a:defRPr sz="1275" b="1">
                <a:solidFill>
                  <a:srgbClr val="16845B"/>
                </a:solidFill>
              </a:defRPr>
            </a:lvl3pPr>
            <a:lvl4pPr>
              <a:defRPr sz="1275" b="1">
                <a:solidFill>
                  <a:srgbClr val="16845B"/>
                </a:solidFill>
              </a:defRPr>
            </a:lvl4pPr>
            <a:lvl5pPr>
              <a:defRPr sz="1275" b="1">
                <a:solidFill>
                  <a:srgbClr val="16845B"/>
                </a:solidFill>
              </a:defRPr>
            </a:lvl5pPr>
            <a:lvl6pPr>
              <a:defRPr sz="1275" b="1">
                <a:solidFill>
                  <a:srgbClr val="16845B"/>
                </a:solidFill>
              </a:defRPr>
            </a:lvl6pPr>
            <a:lvl7pPr>
              <a:defRPr sz="1275" b="1">
                <a:solidFill>
                  <a:srgbClr val="16845B"/>
                </a:solidFill>
              </a:defRPr>
            </a:lvl7pPr>
            <a:lvl8pPr>
              <a:defRPr sz="1275" b="1">
                <a:solidFill>
                  <a:srgbClr val="16845B"/>
                </a:solidFill>
              </a:defRPr>
            </a:lvl8pPr>
            <a:lvl9pPr>
              <a:defRPr sz="1275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6845B"/>
                </a:solidFill>
              </a:defRPr>
            </a:pPr>
            <a:r>
              <a:rPr sz="1275" b="1">
                <a:solidFill>
                  <a:srgbClr val="16845B"/>
                </a:solidFill>
              </a:rPr>
              <a:t>Ocurre A y no ocurre 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EF5CF9-BCD4-4F77-997B-CACE8A83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845B"/>
                </a:solidFill>
              </a:defRPr>
            </a:defPPr>
            <a:lvl1pPr>
              <a:defRPr sz="825" b="1">
                <a:solidFill>
                  <a:srgbClr val="16845B"/>
                </a:solidFill>
              </a:defRPr>
            </a:lvl1pPr>
            <a:lvl2pPr>
              <a:defRPr sz="825" b="1">
                <a:solidFill>
                  <a:srgbClr val="16845B"/>
                </a:solidFill>
              </a:defRPr>
            </a:lvl2pPr>
            <a:lvl3pPr>
              <a:defRPr sz="825" b="1">
                <a:solidFill>
                  <a:srgbClr val="16845B"/>
                </a:solidFill>
              </a:defRPr>
            </a:lvl3pPr>
            <a:lvl4pPr>
              <a:defRPr sz="825" b="1">
                <a:solidFill>
                  <a:srgbClr val="16845B"/>
                </a:solidFill>
              </a:defRPr>
            </a:lvl4pPr>
            <a:lvl5pPr>
              <a:defRPr sz="825" b="1">
                <a:solidFill>
                  <a:srgbClr val="16845B"/>
                </a:solidFill>
              </a:defRPr>
            </a:lvl5pPr>
            <a:lvl6pPr>
              <a:defRPr sz="825" b="1">
                <a:solidFill>
                  <a:srgbClr val="16845B"/>
                </a:solidFill>
              </a:defRPr>
            </a:lvl6pPr>
            <a:lvl7pPr>
              <a:defRPr sz="825" b="1">
                <a:solidFill>
                  <a:srgbClr val="16845B"/>
                </a:solidFill>
              </a:defRPr>
            </a:lvl7pPr>
            <a:lvl8pPr>
              <a:defRPr sz="825" b="1">
                <a:solidFill>
                  <a:srgbClr val="16845B"/>
                </a:solidFill>
              </a:defRPr>
            </a:lvl8pPr>
            <a:lvl9pPr>
              <a:defRPr sz="825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845B"/>
                </a:solidFill>
              </a:defRPr>
            </a:pPr>
            <a:r>
              <a:rPr sz="825" b="1">
                <a:solidFill>
                  <a:srgbClr val="16845B"/>
                </a:solidFill>
              </a:rPr>
              <a:t>VERSIÓN DOCENTE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71463F-15DC-46A6-920A-DDED4B9C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5C6F7C"/>
                </a:solidFill>
              </a:defRPr>
            </a:defPPr>
            <a:lvl1pPr>
              <a:defRPr sz="825" b="1">
                <a:solidFill>
                  <a:srgbClr val="5C6F7C"/>
                </a:solidFill>
              </a:defRPr>
            </a:lvl1pPr>
            <a:lvl2pPr>
              <a:defRPr sz="825" b="1">
                <a:solidFill>
                  <a:srgbClr val="5C6F7C"/>
                </a:solidFill>
              </a:defRPr>
            </a:lvl2pPr>
            <a:lvl3pPr>
              <a:defRPr sz="825" b="1">
                <a:solidFill>
                  <a:srgbClr val="5C6F7C"/>
                </a:solidFill>
              </a:defRPr>
            </a:lvl3pPr>
            <a:lvl4pPr>
              <a:defRPr sz="825" b="1">
                <a:solidFill>
                  <a:srgbClr val="5C6F7C"/>
                </a:solidFill>
              </a:defRPr>
            </a:lvl4pPr>
            <a:lvl5pPr>
              <a:defRPr sz="825" b="1">
                <a:solidFill>
                  <a:srgbClr val="5C6F7C"/>
                </a:solidFill>
              </a:defRPr>
            </a:lvl5pPr>
            <a:lvl6pPr>
              <a:defRPr sz="825" b="1">
                <a:solidFill>
                  <a:srgbClr val="5C6F7C"/>
                </a:solidFill>
              </a:defRPr>
            </a:lvl6pPr>
            <a:lvl7pPr>
              <a:defRPr sz="825" b="1">
                <a:solidFill>
                  <a:srgbClr val="5C6F7C"/>
                </a:solidFill>
              </a:defRPr>
            </a:lvl7pPr>
            <a:lvl8pPr>
              <a:defRPr sz="825" b="1">
                <a:solidFill>
                  <a:srgbClr val="5C6F7C"/>
                </a:solidFill>
              </a:defRPr>
            </a:lvl8pPr>
            <a:lvl9pPr>
              <a:defRPr sz="825" b="1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5C6F7C"/>
                </a:solidFill>
              </a:defRPr>
            </a:pPr>
            <a:r>
              <a:rPr sz="825" b="1">
                <a:solidFill>
                  <a:srgbClr val="5C6F7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991553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DC7321-C64D-4827-8230-744CE512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7C83"/>
                </a:solidFill>
              </a:defRPr>
            </a:defPPr>
            <a:lvl1pPr>
              <a:defRPr sz="1200" b="1">
                <a:solidFill>
                  <a:srgbClr val="007C83"/>
                </a:solidFill>
              </a:defRPr>
            </a:lvl1pPr>
            <a:lvl2pPr>
              <a:defRPr sz="1200" b="1">
                <a:solidFill>
                  <a:srgbClr val="007C83"/>
                </a:solidFill>
              </a:defRPr>
            </a:lvl2pPr>
            <a:lvl3pPr>
              <a:defRPr sz="1200" b="1">
                <a:solidFill>
                  <a:srgbClr val="007C83"/>
                </a:solidFill>
              </a:defRPr>
            </a:lvl3pPr>
            <a:lvl4pPr>
              <a:defRPr sz="1200" b="1">
                <a:solidFill>
                  <a:srgbClr val="007C83"/>
                </a:solidFill>
              </a:defRPr>
            </a:lvl4pPr>
            <a:lvl5pPr>
              <a:defRPr sz="1200" b="1">
                <a:solidFill>
                  <a:srgbClr val="007C83"/>
                </a:solidFill>
              </a:defRPr>
            </a:lvl5pPr>
            <a:lvl6pPr>
              <a:defRPr sz="1200" b="1">
                <a:solidFill>
                  <a:srgbClr val="007C83"/>
                </a:solidFill>
              </a:defRPr>
            </a:lvl6pPr>
            <a:lvl7pPr>
              <a:defRPr sz="1200" b="1">
                <a:solidFill>
                  <a:srgbClr val="007C83"/>
                </a:solidFill>
              </a:defRPr>
            </a:lvl7pPr>
            <a:lvl8pPr>
              <a:defRPr sz="1200" b="1">
                <a:solidFill>
                  <a:srgbClr val="007C83"/>
                </a:solidFill>
              </a:defRPr>
            </a:lvl8pPr>
            <a:lvl9pPr>
              <a:defRPr sz="1200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7C83"/>
                </a:solidFill>
              </a:defRPr>
            </a:pPr>
            <a:r>
              <a:rPr sz="1200" b="1">
                <a:solidFill>
                  <a:srgbClr val="007C83"/>
                </a:solidFill>
              </a:rPr>
              <a:t>2.3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9CB4B-201C-4DD2-B8C8-1FF3B7DA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24F"/>
                </a:solidFill>
              </a:defRPr>
            </a:defPPr>
            <a:lvl1pPr>
              <a:defRPr sz="2550" b="1">
                <a:solidFill>
                  <a:srgbClr val="16324F"/>
                </a:solidFill>
              </a:defRPr>
            </a:lvl1pPr>
            <a:lvl2pPr>
              <a:defRPr sz="2550" b="1">
                <a:solidFill>
                  <a:srgbClr val="16324F"/>
                </a:solidFill>
              </a:defRPr>
            </a:lvl2pPr>
            <a:lvl3pPr>
              <a:defRPr sz="2550" b="1">
                <a:solidFill>
                  <a:srgbClr val="16324F"/>
                </a:solidFill>
              </a:defRPr>
            </a:lvl3pPr>
            <a:lvl4pPr>
              <a:defRPr sz="2550" b="1">
                <a:solidFill>
                  <a:srgbClr val="16324F"/>
                </a:solidFill>
              </a:defRPr>
            </a:lvl4pPr>
            <a:lvl5pPr>
              <a:defRPr sz="2550" b="1">
                <a:solidFill>
                  <a:srgbClr val="16324F"/>
                </a:solidFill>
              </a:defRPr>
            </a:lvl5pPr>
            <a:lvl6pPr>
              <a:defRPr sz="2550" b="1">
                <a:solidFill>
                  <a:srgbClr val="16324F"/>
                </a:solidFill>
              </a:defRPr>
            </a:lvl6pPr>
            <a:lvl7pPr>
              <a:defRPr sz="2550" b="1">
                <a:solidFill>
                  <a:srgbClr val="16324F"/>
                </a:solidFill>
              </a:defRPr>
            </a:lvl7pPr>
            <a:lvl8pPr>
              <a:defRPr sz="2550" b="1">
                <a:solidFill>
                  <a:srgbClr val="16324F"/>
                </a:solidFill>
              </a:defRPr>
            </a:lvl8pPr>
            <a:lvl9pPr>
              <a:defRPr sz="25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Reglas para calcular probabilidades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26AE9-5604-4EC4-BD69-1C2C168B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6F7C"/>
                </a:solidFill>
              </a:defRPr>
            </a:defPPr>
            <a:lvl1pPr>
              <a:defRPr sz="1350" b="0">
                <a:solidFill>
                  <a:srgbClr val="5C6F7C"/>
                </a:solidFill>
              </a:defRPr>
            </a:lvl1pPr>
            <a:lvl2pPr>
              <a:defRPr sz="1350" b="0">
                <a:solidFill>
                  <a:srgbClr val="5C6F7C"/>
                </a:solidFill>
              </a:defRPr>
            </a:lvl2pPr>
            <a:lvl3pPr>
              <a:defRPr sz="1350" b="0">
                <a:solidFill>
                  <a:srgbClr val="5C6F7C"/>
                </a:solidFill>
              </a:defRPr>
            </a:lvl3pPr>
            <a:lvl4pPr>
              <a:defRPr sz="1350" b="0">
                <a:solidFill>
                  <a:srgbClr val="5C6F7C"/>
                </a:solidFill>
              </a:defRPr>
            </a:lvl4pPr>
            <a:lvl5pPr>
              <a:defRPr sz="1350" b="0">
                <a:solidFill>
                  <a:srgbClr val="5C6F7C"/>
                </a:solidFill>
              </a:defRPr>
            </a:lvl5pPr>
            <a:lvl6pPr>
              <a:defRPr sz="1350" b="0">
                <a:solidFill>
                  <a:srgbClr val="5C6F7C"/>
                </a:solidFill>
              </a:defRPr>
            </a:lvl6pPr>
            <a:lvl7pPr>
              <a:defRPr sz="1350" b="0">
                <a:solidFill>
                  <a:srgbClr val="5C6F7C"/>
                </a:solidFill>
              </a:defRPr>
            </a:lvl7pPr>
            <a:lvl8pPr>
              <a:defRPr sz="1350" b="0">
                <a:solidFill>
                  <a:srgbClr val="5C6F7C"/>
                </a:solidFill>
              </a:defRPr>
            </a:lvl8pPr>
            <a:lvl9pPr>
              <a:defRPr sz="1350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C"/>
                </a:solidFill>
              </a:defRPr>
            </a:pPr>
            <a:r>
              <a:rPr sz="1350" b="0">
                <a:solidFill>
                  <a:srgbClr val="5C6F7C"/>
                </a:solidFill>
              </a:rPr>
              <a:t>Resultados equiprobables y operaciones entre eventos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FDB09-659F-416D-A158-33589027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0FD6BA-B9A0-4395-83F1-AD85644C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324F"/>
                </a:solidFill>
              </a:defRPr>
            </a:defPPr>
            <a:lvl1pPr>
              <a:defRPr sz="1500" b="1">
                <a:solidFill>
                  <a:srgbClr val="16324F"/>
                </a:solidFill>
              </a:defRPr>
            </a:lvl1pPr>
            <a:lvl2pPr>
              <a:defRPr sz="1500" b="1">
                <a:solidFill>
                  <a:srgbClr val="16324F"/>
                </a:solidFill>
              </a:defRPr>
            </a:lvl2pPr>
            <a:lvl3pPr>
              <a:defRPr sz="1500" b="1">
                <a:solidFill>
                  <a:srgbClr val="16324F"/>
                </a:solidFill>
              </a:defRPr>
            </a:lvl3pPr>
            <a:lvl4pPr>
              <a:defRPr sz="1500" b="1">
                <a:solidFill>
                  <a:srgbClr val="16324F"/>
                </a:solidFill>
              </a:defRPr>
            </a:lvl4pPr>
            <a:lvl5pPr>
              <a:defRPr sz="1500" b="1">
                <a:solidFill>
                  <a:srgbClr val="16324F"/>
                </a:solidFill>
              </a:defRPr>
            </a:lvl5pPr>
            <a:lvl6pPr>
              <a:defRPr sz="1500" b="1">
                <a:solidFill>
                  <a:srgbClr val="16324F"/>
                </a:solidFill>
              </a:defRPr>
            </a:lvl6pPr>
            <a:lvl7pPr>
              <a:defRPr sz="1500" b="1">
                <a:solidFill>
                  <a:srgbClr val="16324F"/>
                </a:solidFill>
              </a:defRPr>
            </a:lvl7pPr>
            <a:lvl8pPr>
              <a:defRPr sz="1500" b="1">
                <a:solidFill>
                  <a:srgbClr val="16324F"/>
                </a:solidFill>
              </a:defRPr>
            </a:lvl8pPr>
            <a:lvl9pPr>
              <a:defRPr sz="150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324F"/>
                </a:solidFill>
              </a:defRPr>
            </a:pPr>
            <a:r>
              <a:rPr sz="1500" b="1">
                <a:solidFill>
                  <a:srgbClr val="16324F"/>
                </a:solidFill>
              </a:rPr>
              <a:t>Evento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A239A-1B47-40A0-BDF4-ACB51B86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574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845B"/>
                </a:solidFill>
              </a:defRPr>
            </a:defPPr>
            <a:lvl1pPr>
              <a:defRPr sz="1950" b="1">
                <a:solidFill>
                  <a:srgbClr val="16845B"/>
                </a:solidFill>
              </a:defRPr>
            </a:lvl1pPr>
            <a:lvl2pPr>
              <a:defRPr sz="1950" b="1">
                <a:solidFill>
                  <a:srgbClr val="16845B"/>
                </a:solidFill>
              </a:defRPr>
            </a:lvl2pPr>
            <a:lvl3pPr>
              <a:defRPr sz="1950" b="1">
                <a:solidFill>
                  <a:srgbClr val="16845B"/>
                </a:solidFill>
              </a:defRPr>
            </a:lvl3pPr>
            <a:lvl4pPr>
              <a:defRPr sz="1950" b="1">
                <a:solidFill>
                  <a:srgbClr val="16845B"/>
                </a:solidFill>
              </a:defRPr>
            </a:lvl4pPr>
            <a:lvl5pPr>
              <a:defRPr sz="1950" b="1">
                <a:solidFill>
                  <a:srgbClr val="16845B"/>
                </a:solidFill>
              </a:defRPr>
            </a:lvl5pPr>
            <a:lvl6pPr>
              <a:defRPr sz="1950" b="1">
                <a:solidFill>
                  <a:srgbClr val="16845B"/>
                </a:solidFill>
              </a:defRPr>
            </a:lvl6pPr>
            <a:lvl7pPr>
              <a:defRPr sz="1950" b="1">
                <a:solidFill>
                  <a:srgbClr val="16845B"/>
                </a:solidFill>
              </a:defRPr>
            </a:lvl7pPr>
            <a:lvl8pPr>
              <a:defRPr sz="1950" b="1">
                <a:solidFill>
                  <a:srgbClr val="16845B"/>
                </a:solidFill>
              </a:defRPr>
            </a:lvl8pPr>
            <a:lvl9pPr>
              <a:defRPr sz="1950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845B"/>
                </a:solidFill>
              </a:defRPr>
            </a:pPr>
            <a:r>
              <a:rPr sz="1950" b="1">
                <a:solidFill>
                  <a:srgbClr val="16845B"/>
                </a:solidFill>
              </a:rPr>
              <a:t>P(A) = n(A) / n(S)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64B10-1FB1-4EDE-806D-F1C2D312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324F"/>
                </a:solidFill>
              </a:defRPr>
            </a:defPPr>
            <a:lvl1pPr>
              <a:defRPr sz="1500" b="1">
                <a:solidFill>
                  <a:srgbClr val="16324F"/>
                </a:solidFill>
              </a:defRPr>
            </a:lvl1pPr>
            <a:lvl2pPr>
              <a:defRPr sz="1500" b="1">
                <a:solidFill>
                  <a:srgbClr val="16324F"/>
                </a:solidFill>
              </a:defRPr>
            </a:lvl2pPr>
            <a:lvl3pPr>
              <a:defRPr sz="1500" b="1">
                <a:solidFill>
                  <a:srgbClr val="16324F"/>
                </a:solidFill>
              </a:defRPr>
            </a:lvl3pPr>
            <a:lvl4pPr>
              <a:defRPr sz="1500" b="1">
                <a:solidFill>
                  <a:srgbClr val="16324F"/>
                </a:solidFill>
              </a:defRPr>
            </a:lvl4pPr>
            <a:lvl5pPr>
              <a:defRPr sz="1500" b="1">
                <a:solidFill>
                  <a:srgbClr val="16324F"/>
                </a:solidFill>
              </a:defRPr>
            </a:lvl5pPr>
            <a:lvl6pPr>
              <a:defRPr sz="1500" b="1">
                <a:solidFill>
                  <a:srgbClr val="16324F"/>
                </a:solidFill>
              </a:defRPr>
            </a:lvl6pPr>
            <a:lvl7pPr>
              <a:defRPr sz="1500" b="1">
                <a:solidFill>
                  <a:srgbClr val="16324F"/>
                </a:solidFill>
              </a:defRPr>
            </a:lvl7pPr>
            <a:lvl8pPr>
              <a:defRPr sz="1500" b="1">
                <a:solidFill>
                  <a:srgbClr val="16324F"/>
                </a:solidFill>
              </a:defRPr>
            </a:lvl8pPr>
            <a:lvl9pPr>
              <a:defRPr sz="150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324F"/>
                </a:solidFill>
              </a:defRPr>
            </a:pPr>
            <a:r>
              <a:rPr sz="1500" b="1">
                <a:solidFill>
                  <a:srgbClr val="16324F"/>
                </a:solidFill>
              </a:rPr>
              <a:t>Complemento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49CF32-5E0D-43E3-BE06-C65B52E1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337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845B"/>
                </a:solidFill>
              </a:defRPr>
            </a:defPPr>
            <a:lvl1pPr>
              <a:defRPr sz="1950" b="1">
                <a:solidFill>
                  <a:srgbClr val="16845B"/>
                </a:solidFill>
              </a:defRPr>
            </a:lvl1pPr>
            <a:lvl2pPr>
              <a:defRPr sz="1950" b="1">
                <a:solidFill>
                  <a:srgbClr val="16845B"/>
                </a:solidFill>
              </a:defRPr>
            </a:lvl2pPr>
            <a:lvl3pPr>
              <a:defRPr sz="1950" b="1">
                <a:solidFill>
                  <a:srgbClr val="16845B"/>
                </a:solidFill>
              </a:defRPr>
            </a:lvl3pPr>
            <a:lvl4pPr>
              <a:defRPr sz="1950" b="1">
                <a:solidFill>
                  <a:srgbClr val="16845B"/>
                </a:solidFill>
              </a:defRPr>
            </a:lvl4pPr>
            <a:lvl5pPr>
              <a:defRPr sz="1950" b="1">
                <a:solidFill>
                  <a:srgbClr val="16845B"/>
                </a:solidFill>
              </a:defRPr>
            </a:lvl5pPr>
            <a:lvl6pPr>
              <a:defRPr sz="1950" b="1">
                <a:solidFill>
                  <a:srgbClr val="16845B"/>
                </a:solidFill>
              </a:defRPr>
            </a:lvl6pPr>
            <a:lvl7pPr>
              <a:defRPr sz="1950" b="1">
                <a:solidFill>
                  <a:srgbClr val="16845B"/>
                </a:solidFill>
              </a:defRPr>
            </a:lvl7pPr>
            <a:lvl8pPr>
              <a:defRPr sz="1950" b="1">
                <a:solidFill>
                  <a:srgbClr val="16845B"/>
                </a:solidFill>
              </a:defRPr>
            </a:lvl8pPr>
            <a:lvl9pPr>
              <a:defRPr sz="1950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845B"/>
                </a:solidFill>
              </a:defRPr>
            </a:pPr>
            <a:r>
              <a:rPr sz="1950" b="1">
                <a:solidFill>
                  <a:srgbClr val="16845B"/>
                </a:solidFill>
              </a:rPr>
              <a:t>P(Aᶜ) = 1 − P(A)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84A103-86DF-433C-81C5-70799D77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324F"/>
                </a:solidFill>
              </a:defRPr>
            </a:defPPr>
            <a:lvl1pPr>
              <a:defRPr sz="1500" b="1">
                <a:solidFill>
                  <a:srgbClr val="16324F"/>
                </a:solidFill>
              </a:defRPr>
            </a:lvl1pPr>
            <a:lvl2pPr>
              <a:defRPr sz="1500" b="1">
                <a:solidFill>
                  <a:srgbClr val="16324F"/>
                </a:solidFill>
              </a:defRPr>
            </a:lvl2pPr>
            <a:lvl3pPr>
              <a:defRPr sz="1500" b="1">
                <a:solidFill>
                  <a:srgbClr val="16324F"/>
                </a:solidFill>
              </a:defRPr>
            </a:lvl3pPr>
            <a:lvl4pPr>
              <a:defRPr sz="1500" b="1">
                <a:solidFill>
                  <a:srgbClr val="16324F"/>
                </a:solidFill>
              </a:defRPr>
            </a:lvl4pPr>
            <a:lvl5pPr>
              <a:defRPr sz="1500" b="1">
                <a:solidFill>
                  <a:srgbClr val="16324F"/>
                </a:solidFill>
              </a:defRPr>
            </a:lvl5pPr>
            <a:lvl6pPr>
              <a:defRPr sz="1500" b="1">
                <a:solidFill>
                  <a:srgbClr val="16324F"/>
                </a:solidFill>
              </a:defRPr>
            </a:lvl6pPr>
            <a:lvl7pPr>
              <a:defRPr sz="1500" b="1">
                <a:solidFill>
                  <a:srgbClr val="16324F"/>
                </a:solidFill>
              </a:defRPr>
            </a:lvl7pPr>
            <a:lvl8pPr>
              <a:defRPr sz="1500" b="1">
                <a:solidFill>
                  <a:srgbClr val="16324F"/>
                </a:solidFill>
              </a:defRPr>
            </a:lvl8pPr>
            <a:lvl9pPr>
              <a:defRPr sz="150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324F"/>
                </a:solidFill>
              </a:defRPr>
            </a:pPr>
            <a:r>
              <a:rPr sz="1500" b="1">
                <a:solidFill>
                  <a:srgbClr val="16324F"/>
                </a:solidFill>
              </a:rPr>
              <a:t>Unión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23F848-6F50-46F0-BD13-97911052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8100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845B"/>
                </a:solidFill>
              </a:defRPr>
            </a:defPPr>
            <a:lvl1pPr>
              <a:defRPr sz="1950" b="1">
                <a:solidFill>
                  <a:srgbClr val="16845B"/>
                </a:solidFill>
              </a:defRPr>
            </a:lvl1pPr>
            <a:lvl2pPr>
              <a:defRPr sz="1950" b="1">
                <a:solidFill>
                  <a:srgbClr val="16845B"/>
                </a:solidFill>
              </a:defRPr>
            </a:lvl2pPr>
            <a:lvl3pPr>
              <a:defRPr sz="1950" b="1">
                <a:solidFill>
                  <a:srgbClr val="16845B"/>
                </a:solidFill>
              </a:defRPr>
            </a:lvl3pPr>
            <a:lvl4pPr>
              <a:defRPr sz="1950" b="1">
                <a:solidFill>
                  <a:srgbClr val="16845B"/>
                </a:solidFill>
              </a:defRPr>
            </a:lvl4pPr>
            <a:lvl5pPr>
              <a:defRPr sz="1950" b="1">
                <a:solidFill>
                  <a:srgbClr val="16845B"/>
                </a:solidFill>
              </a:defRPr>
            </a:lvl5pPr>
            <a:lvl6pPr>
              <a:defRPr sz="1950" b="1">
                <a:solidFill>
                  <a:srgbClr val="16845B"/>
                </a:solidFill>
              </a:defRPr>
            </a:lvl6pPr>
            <a:lvl7pPr>
              <a:defRPr sz="1950" b="1">
                <a:solidFill>
                  <a:srgbClr val="16845B"/>
                </a:solidFill>
              </a:defRPr>
            </a:lvl7pPr>
            <a:lvl8pPr>
              <a:defRPr sz="1950" b="1">
                <a:solidFill>
                  <a:srgbClr val="16845B"/>
                </a:solidFill>
              </a:defRPr>
            </a:lvl8pPr>
            <a:lvl9pPr>
              <a:defRPr sz="1950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845B"/>
                </a:solidFill>
              </a:defRPr>
            </a:pPr>
            <a:r>
              <a:rPr sz="1950" b="1">
                <a:solidFill>
                  <a:srgbClr val="16845B"/>
                </a:solidFill>
              </a:rPr>
              <a:t>P(A ∪ B) = P(A) + P(B) − P(A ∩ B)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E020A3-ACA7-49F8-B8EE-C8D601F7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324F"/>
                </a:solidFill>
              </a:defRPr>
            </a:defPPr>
            <a:lvl1pPr>
              <a:defRPr sz="1500" b="1">
                <a:solidFill>
                  <a:srgbClr val="16324F"/>
                </a:solidFill>
              </a:defRPr>
            </a:lvl1pPr>
            <a:lvl2pPr>
              <a:defRPr sz="1500" b="1">
                <a:solidFill>
                  <a:srgbClr val="16324F"/>
                </a:solidFill>
              </a:defRPr>
            </a:lvl2pPr>
            <a:lvl3pPr>
              <a:defRPr sz="1500" b="1">
                <a:solidFill>
                  <a:srgbClr val="16324F"/>
                </a:solidFill>
              </a:defRPr>
            </a:lvl3pPr>
            <a:lvl4pPr>
              <a:defRPr sz="1500" b="1">
                <a:solidFill>
                  <a:srgbClr val="16324F"/>
                </a:solidFill>
              </a:defRPr>
            </a:lvl4pPr>
            <a:lvl5pPr>
              <a:defRPr sz="1500" b="1">
                <a:solidFill>
                  <a:srgbClr val="16324F"/>
                </a:solidFill>
              </a:defRPr>
            </a:lvl5pPr>
            <a:lvl6pPr>
              <a:defRPr sz="1500" b="1">
                <a:solidFill>
                  <a:srgbClr val="16324F"/>
                </a:solidFill>
              </a:defRPr>
            </a:lvl6pPr>
            <a:lvl7pPr>
              <a:defRPr sz="1500" b="1">
                <a:solidFill>
                  <a:srgbClr val="16324F"/>
                </a:solidFill>
              </a:defRPr>
            </a:lvl7pPr>
            <a:lvl8pPr>
              <a:defRPr sz="1500" b="1">
                <a:solidFill>
                  <a:srgbClr val="16324F"/>
                </a:solidFill>
              </a:defRPr>
            </a:lvl8pPr>
            <a:lvl9pPr>
              <a:defRPr sz="150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324F"/>
                </a:solidFill>
              </a:defRPr>
            </a:pPr>
            <a:r>
              <a:rPr sz="1500" b="1">
                <a:solidFill>
                  <a:srgbClr val="16324F"/>
                </a:solidFill>
              </a:rPr>
              <a:t>Incompatibles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271068-DAFC-46EE-94F6-F00B5249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6863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845B"/>
                </a:solidFill>
              </a:defRPr>
            </a:defPPr>
            <a:lvl1pPr>
              <a:defRPr sz="1950" b="1">
                <a:solidFill>
                  <a:srgbClr val="16845B"/>
                </a:solidFill>
              </a:defRPr>
            </a:lvl1pPr>
            <a:lvl2pPr>
              <a:defRPr sz="1950" b="1">
                <a:solidFill>
                  <a:srgbClr val="16845B"/>
                </a:solidFill>
              </a:defRPr>
            </a:lvl2pPr>
            <a:lvl3pPr>
              <a:defRPr sz="1950" b="1">
                <a:solidFill>
                  <a:srgbClr val="16845B"/>
                </a:solidFill>
              </a:defRPr>
            </a:lvl3pPr>
            <a:lvl4pPr>
              <a:defRPr sz="1950" b="1">
                <a:solidFill>
                  <a:srgbClr val="16845B"/>
                </a:solidFill>
              </a:defRPr>
            </a:lvl4pPr>
            <a:lvl5pPr>
              <a:defRPr sz="1950" b="1">
                <a:solidFill>
                  <a:srgbClr val="16845B"/>
                </a:solidFill>
              </a:defRPr>
            </a:lvl5pPr>
            <a:lvl6pPr>
              <a:defRPr sz="1950" b="1">
                <a:solidFill>
                  <a:srgbClr val="16845B"/>
                </a:solidFill>
              </a:defRPr>
            </a:lvl6pPr>
            <a:lvl7pPr>
              <a:defRPr sz="1950" b="1">
                <a:solidFill>
                  <a:srgbClr val="16845B"/>
                </a:solidFill>
              </a:defRPr>
            </a:lvl7pPr>
            <a:lvl8pPr>
              <a:defRPr sz="1950" b="1">
                <a:solidFill>
                  <a:srgbClr val="16845B"/>
                </a:solidFill>
              </a:defRPr>
            </a:lvl8pPr>
            <a:lvl9pPr>
              <a:defRPr sz="1950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845B"/>
                </a:solidFill>
              </a:defRPr>
            </a:pPr>
            <a:r>
              <a:rPr sz="1950" b="1">
                <a:solidFill>
                  <a:srgbClr val="16845B"/>
                </a:solidFill>
              </a:rPr>
              <a:t>P(A ∪ B) = P(A) + P(B)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911310-B4E5-4469-88D8-4CE2F4FA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0382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9525">
            <a:solidFill>
              <a:srgbClr val="1684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89054-9CA9-40A3-AF64-1835FA3D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340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845B"/>
                </a:solidFill>
              </a:defRPr>
            </a:defPPr>
            <a:lvl1pPr>
              <a:defRPr sz="1500" b="1">
                <a:solidFill>
                  <a:srgbClr val="16845B"/>
                </a:solidFill>
              </a:defRPr>
            </a:lvl1pPr>
            <a:lvl2pPr>
              <a:defRPr sz="1500" b="1">
                <a:solidFill>
                  <a:srgbClr val="16845B"/>
                </a:solidFill>
              </a:defRPr>
            </a:lvl2pPr>
            <a:lvl3pPr>
              <a:defRPr sz="1500" b="1">
                <a:solidFill>
                  <a:srgbClr val="16845B"/>
                </a:solidFill>
              </a:defRPr>
            </a:lvl3pPr>
            <a:lvl4pPr>
              <a:defRPr sz="1500" b="1">
                <a:solidFill>
                  <a:srgbClr val="16845B"/>
                </a:solidFill>
              </a:defRPr>
            </a:lvl4pPr>
            <a:lvl5pPr>
              <a:defRPr sz="1500" b="1">
                <a:solidFill>
                  <a:srgbClr val="16845B"/>
                </a:solidFill>
              </a:defRPr>
            </a:lvl5pPr>
            <a:lvl6pPr>
              <a:defRPr sz="1500" b="1">
                <a:solidFill>
                  <a:srgbClr val="16845B"/>
                </a:solidFill>
              </a:defRPr>
            </a:lvl6pPr>
            <a:lvl7pPr>
              <a:defRPr sz="1500" b="1">
                <a:solidFill>
                  <a:srgbClr val="16845B"/>
                </a:solidFill>
              </a:defRPr>
            </a:lvl7pPr>
            <a:lvl8pPr>
              <a:defRPr sz="1500" b="1">
                <a:solidFill>
                  <a:srgbClr val="16845B"/>
                </a:solidFill>
              </a:defRPr>
            </a:lvl8pPr>
            <a:lvl9pPr>
              <a:defRPr sz="1500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845B"/>
                </a:solidFill>
              </a:defRPr>
            </a:pPr>
            <a:r>
              <a:rPr sz="1500" b="1">
                <a:solidFill>
                  <a:srgbClr val="16845B"/>
                </a:solidFill>
              </a:rPr>
              <a:t>Comprobación: 0 ≤ P(A) ≤ 1 y P(S) =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A67170-874B-4A30-A47F-EA4106F0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845B"/>
                </a:solidFill>
              </a:defRPr>
            </a:defPPr>
            <a:lvl1pPr>
              <a:defRPr sz="825" b="1">
                <a:solidFill>
                  <a:srgbClr val="16845B"/>
                </a:solidFill>
              </a:defRPr>
            </a:lvl1pPr>
            <a:lvl2pPr>
              <a:defRPr sz="825" b="1">
                <a:solidFill>
                  <a:srgbClr val="16845B"/>
                </a:solidFill>
              </a:defRPr>
            </a:lvl2pPr>
            <a:lvl3pPr>
              <a:defRPr sz="825" b="1">
                <a:solidFill>
                  <a:srgbClr val="16845B"/>
                </a:solidFill>
              </a:defRPr>
            </a:lvl3pPr>
            <a:lvl4pPr>
              <a:defRPr sz="825" b="1">
                <a:solidFill>
                  <a:srgbClr val="16845B"/>
                </a:solidFill>
              </a:defRPr>
            </a:lvl4pPr>
            <a:lvl5pPr>
              <a:defRPr sz="825" b="1">
                <a:solidFill>
                  <a:srgbClr val="16845B"/>
                </a:solidFill>
              </a:defRPr>
            </a:lvl5pPr>
            <a:lvl6pPr>
              <a:defRPr sz="825" b="1">
                <a:solidFill>
                  <a:srgbClr val="16845B"/>
                </a:solidFill>
              </a:defRPr>
            </a:lvl6pPr>
            <a:lvl7pPr>
              <a:defRPr sz="825" b="1">
                <a:solidFill>
                  <a:srgbClr val="16845B"/>
                </a:solidFill>
              </a:defRPr>
            </a:lvl7pPr>
            <a:lvl8pPr>
              <a:defRPr sz="825" b="1">
                <a:solidFill>
                  <a:srgbClr val="16845B"/>
                </a:solidFill>
              </a:defRPr>
            </a:lvl8pPr>
            <a:lvl9pPr>
              <a:defRPr sz="825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845B"/>
                </a:solidFill>
              </a:defRPr>
            </a:pPr>
            <a:r>
              <a:rPr sz="825" b="1">
                <a:solidFill>
                  <a:srgbClr val="16845B"/>
                </a:solidFill>
              </a:rPr>
              <a:t>VERSIÓN DOCENTE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BA1A54-175D-4792-88F8-EA3B79E0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5C6F7C"/>
                </a:solidFill>
              </a:defRPr>
            </a:defPPr>
            <a:lvl1pPr>
              <a:defRPr sz="825" b="1">
                <a:solidFill>
                  <a:srgbClr val="5C6F7C"/>
                </a:solidFill>
              </a:defRPr>
            </a:lvl1pPr>
            <a:lvl2pPr>
              <a:defRPr sz="825" b="1">
                <a:solidFill>
                  <a:srgbClr val="5C6F7C"/>
                </a:solidFill>
              </a:defRPr>
            </a:lvl2pPr>
            <a:lvl3pPr>
              <a:defRPr sz="825" b="1">
                <a:solidFill>
                  <a:srgbClr val="5C6F7C"/>
                </a:solidFill>
              </a:defRPr>
            </a:lvl3pPr>
            <a:lvl4pPr>
              <a:defRPr sz="825" b="1">
                <a:solidFill>
                  <a:srgbClr val="5C6F7C"/>
                </a:solidFill>
              </a:defRPr>
            </a:lvl4pPr>
            <a:lvl5pPr>
              <a:defRPr sz="825" b="1">
                <a:solidFill>
                  <a:srgbClr val="5C6F7C"/>
                </a:solidFill>
              </a:defRPr>
            </a:lvl5pPr>
            <a:lvl6pPr>
              <a:defRPr sz="825" b="1">
                <a:solidFill>
                  <a:srgbClr val="5C6F7C"/>
                </a:solidFill>
              </a:defRPr>
            </a:lvl6pPr>
            <a:lvl7pPr>
              <a:defRPr sz="825" b="1">
                <a:solidFill>
                  <a:srgbClr val="5C6F7C"/>
                </a:solidFill>
              </a:defRPr>
            </a:lvl7pPr>
            <a:lvl8pPr>
              <a:defRPr sz="825" b="1">
                <a:solidFill>
                  <a:srgbClr val="5C6F7C"/>
                </a:solidFill>
              </a:defRPr>
            </a:lvl8pPr>
            <a:lvl9pPr>
              <a:defRPr sz="825" b="1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5C6F7C"/>
                </a:solidFill>
              </a:defRPr>
            </a:pPr>
            <a:r>
              <a:rPr sz="825" b="1">
                <a:solidFill>
                  <a:srgbClr val="5C6F7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955530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838360-37C1-4E41-82AA-E7DADF2C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7C83"/>
                </a:solidFill>
              </a:defRPr>
            </a:defPPr>
            <a:lvl1pPr>
              <a:defRPr sz="1200" b="1">
                <a:solidFill>
                  <a:srgbClr val="007C83"/>
                </a:solidFill>
              </a:defRPr>
            </a:lvl1pPr>
            <a:lvl2pPr>
              <a:defRPr sz="1200" b="1">
                <a:solidFill>
                  <a:srgbClr val="007C83"/>
                </a:solidFill>
              </a:defRPr>
            </a:lvl2pPr>
            <a:lvl3pPr>
              <a:defRPr sz="1200" b="1">
                <a:solidFill>
                  <a:srgbClr val="007C83"/>
                </a:solidFill>
              </a:defRPr>
            </a:lvl3pPr>
            <a:lvl4pPr>
              <a:defRPr sz="1200" b="1">
                <a:solidFill>
                  <a:srgbClr val="007C83"/>
                </a:solidFill>
              </a:defRPr>
            </a:lvl4pPr>
            <a:lvl5pPr>
              <a:defRPr sz="1200" b="1">
                <a:solidFill>
                  <a:srgbClr val="007C83"/>
                </a:solidFill>
              </a:defRPr>
            </a:lvl5pPr>
            <a:lvl6pPr>
              <a:defRPr sz="1200" b="1">
                <a:solidFill>
                  <a:srgbClr val="007C83"/>
                </a:solidFill>
              </a:defRPr>
            </a:lvl6pPr>
            <a:lvl7pPr>
              <a:defRPr sz="1200" b="1">
                <a:solidFill>
                  <a:srgbClr val="007C83"/>
                </a:solidFill>
              </a:defRPr>
            </a:lvl7pPr>
            <a:lvl8pPr>
              <a:defRPr sz="1200" b="1">
                <a:solidFill>
                  <a:srgbClr val="007C83"/>
                </a:solidFill>
              </a:defRPr>
            </a:lvl8pPr>
            <a:lvl9pPr>
              <a:defRPr sz="1200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7C83"/>
                </a:solidFill>
              </a:defRPr>
            </a:pPr>
            <a:r>
              <a:rPr sz="1200" b="1">
                <a:solidFill>
                  <a:srgbClr val="007C83"/>
                </a:solidFill>
              </a:rPr>
              <a:t>2.3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0F93DD-ADBE-43EF-8CB6-BC06815B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24F"/>
                </a:solidFill>
              </a:defRPr>
            </a:defPPr>
            <a:lvl1pPr>
              <a:defRPr sz="2550" b="1">
                <a:solidFill>
                  <a:srgbClr val="16324F"/>
                </a:solidFill>
              </a:defRPr>
            </a:lvl1pPr>
            <a:lvl2pPr>
              <a:defRPr sz="2550" b="1">
                <a:solidFill>
                  <a:srgbClr val="16324F"/>
                </a:solidFill>
              </a:defRPr>
            </a:lvl2pPr>
            <a:lvl3pPr>
              <a:defRPr sz="2550" b="1">
                <a:solidFill>
                  <a:srgbClr val="16324F"/>
                </a:solidFill>
              </a:defRPr>
            </a:lvl3pPr>
            <a:lvl4pPr>
              <a:defRPr sz="2550" b="1">
                <a:solidFill>
                  <a:srgbClr val="16324F"/>
                </a:solidFill>
              </a:defRPr>
            </a:lvl4pPr>
            <a:lvl5pPr>
              <a:defRPr sz="2550" b="1">
                <a:solidFill>
                  <a:srgbClr val="16324F"/>
                </a:solidFill>
              </a:defRPr>
            </a:lvl5pPr>
            <a:lvl6pPr>
              <a:defRPr sz="2550" b="1">
                <a:solidFill>
                  <a:srgbClr val="16324F"/>
                </a:solidFill>
              </a:defRPr>
            </a:lvl6pPr>
            <a:lvl7pPr>
              <a:defRPr sz="2550" b="1">
                <a:solidFill>
                  <a:srgbClr val="16324F"/>
                </a:solidFill>
              </a:defRPr>
            </a:lvl7pPr>
            <a:lvl8pPr>
              <a:defRPr sz="2550" b="1">
                <a:solidFill>
                  <a:srgbClr val="16324F"/>
                </a:solidFill>
              </a:defRPr>
            </a:lvl8pPr>
            <a:lvl9pPr>
              <a:defRPr sz="25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Práctica de ocurrencia de eventos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82A6C9-53CB-4978-81CE-E1E9EF11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6F7C"/>
                </a:solidFill>
              </a:defRPr>
            </a:defPPr>
            <a:lvl1pPr>
              <a:defRPr sz="1350" b="0">
                <a:solidFill>
                  <a:srgbClr val="5C6F7C"/>
                </a:solidFill>
              </a:defRPr>
            </a:lvl1pPr>
            <a:lvl2pPr>
              <a:defRPr sz="1350" b="0">
                <a:solidFill>
                  <a:srgbClr val="5C6F7C"/>
                </a:solidFill>
              </a:defRPr>
            </a:lvl2pPr>
            <a:lvl3pPr>
              <a:defRPr sz="1350" b="0">
                <a:solidFill>
                  <a:srgbClr val="5C6F7C"/>
                </a:solidFill>
              </a:defRPr>
            </a:lvl3pPr>
            <a:lvl4pPr>
              <a:defRPr sz="1350" b="0">
                <a:solidFill>
                  <a:srgbClr val="5C6F7C"/>
                </a:solidFill>
              </a:defRPr>
            </a:lvl4pPr>
            <a:lvl5pPr>
              <a:defRPr sz="1350" b="0">
                <a:solidFill>
                  <a:srgbClr val="5C6F7C"/>
                </a:solidFill>
              </a:defRPr>
            </a:lvl5pPr>
            <a:lvl6pPr>
              <a:defRPr sz="1350" b="0">
                <a:solidFill>
                  <a:srgbClr val="5C6F7C"/>
                </a:solidFill>
              </a:defRPr>
            </a:lvl6pPr>
            <a:lvl7pPr>
              <a:defRPr sz="1350" b="0">
                <a:solidFill>
                  <a:srgbClr val="5C6F7C"/>
                </a:solidFill>
              </a:defRPr>
            </a:lvl7pPr>
            <a:lvl8pPr>
              <a:defRPr sz="1350" b="0">
                <a:solidFill>
                  <a:srgbClr val="5C6F7C"/>
                </a:solidFill>
              </a:defRPr>
            </a:lvl8pPr>
            <a:lvl9pPr>
              <a:defRPr sz="1350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C"/>
                </a:solidFill>
              </a:defRPr>
            </a:pPr>
            <a:r>
              <a:rPr sz="1350" b="0">
                <a:solidFill>
                  <a:srgbClr val="5C6F7C"/>
                </a:solidFill>
              </a:rPr>
              <a:t>Una pieza se elige al azar de un lote de 20 unidades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9879B-F372-44B1-8A0E-B0BFE5CF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1B29F-518A-4BD4-90A6-B9236F00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C83"/>
                </a:solidFill>
              </a:defRPr>
            </a:defPPr>
            <a:lvl1pPr>
              <a:defRPr sz="1575" b="1">
                <a:solidFill>
                  <a:srgbClr val="007C83"/>
                </a:solidFill>
              </a:defRPr>
            </a:lvl1pPr>
            <a:lvl2pPr>
              <a:defRPr sz="1575" b="1">
                <a:solidFill>
                  <a:srgbClr val="007C83"/>
                </a:solidFill>
              </a:defRPr>
            </a:lvl2pPr>
            <a:lvl3pPr>
              <a:defRPr sz="1575" b="1">
                <a:solidFill>
                  <a:srgbClr val="007C83"/>
                </a:solidFill>
              </a:defRPr>
            </a:lvl3pPr>
            <a:lvl4pPr>
              <a:defRPr sz="1575" b="1">
                <a:solidFill>
                  <a:srgbClr val="007C83"/>
                </a:solidFill>
              </a:defRPr>
            </a:lvl4pPr>
            <a:lvl5pPr>
              <a:defRPr sz="1575" b="1">
                <a:solidFill>
                  <a:srgbClr val="007C83"/>
                </a:solidFill>
              </a:defRPr>
            </a:lvl5pPr>
            <a:lvl6pPr>
              <a:defRPr sz="1575" b="1">
                <a:solidFill>
                  <a:srgbClr val="007C83"/>
                </a:solidFill>
              </a:defRPr>
            </a:lvl6pPr>
            <a:lvl7pPr>
              <a:defRPr sz="1575" b="1">
                <a:solidFill>
                  <a:srgbClr val="007C83"/>
                </a:solidFill>
              </a:defRPr>
            </a:lvl7pPr>
            <a:lvl8pPr>
              <a:defRPr sz="1575" b="1">
                <a:solidFill>
                  <a:srgbClr val="007C83"/>
                </a:solidFill>
              </a:defRPr>
            </a:lvl8pPr>
            <a:lvl9pPr>
              <a:defRPr sz="1575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07C83"/>
                </a:solidFill>
              </a:defRPr>
            </a:pPr>
            <a:r>
              <a:rPr sz="1575" b="1">
                <a:solidFill>
                  <a:srgbClr val="007C83"/>
                </a:solidFill>
              </a:rPr>
              <a:t>Datos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D61F9-8579-4378-BE1E-1D665F94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6324F"/>
                </a:solidFill>
              </a:defRPr>
            </a:defPPr>
            <a:lvl1pPr>
              <a:defRPr sz="1575" b="1">
                <a:solidFill>
                  <a:srgbClr val="16324F"/>
                </a:solidFill>
              </a:defRPr>
            </a:lvl1pPr>
            <a:lvl2pPr>
              <a:defRPr sz="1575" b="1">
                <a:solidFill>
                  <a:srgbClr val="16324F"/>
                </a:solidFill>
              </a:defRPr>
            </a:lvl2pPr>
            <a:lvl3pPr>
              <a:defRPr sz="1575" b="1">
                <a:solidFill>
                  <a:srgbClr val="16324F"/>
                </a:solidFill>
              </a:defRPr>
            </a:lvl3pPr>
            <a:lvl4pPr>
              <a:defRPr sz="1575" b="1">
                <a:solidFill>
                  <a:srgbClr val="16324F"/>
                </a:solidFill>
              </a:defRPr>
            </a:lvl4pPr>
            <a:lvl5pPr>
              <a:defRPr sz="1575" b="1">
                <a:solidFill>
                  <a:srgbClr val="16324F"/>
                </a:solidFill>
              </a:defRPr>
            </a:lvl5pPr>
            <a:lvl6pPr>
              <a:defRPr sz="1575" b="1">
                <a:solidFill>
                  <a:srgbClr val="16324F"/>
                </a:solidFill>
              </a:defRPr>
            </a:lvl6pPr>
            <a:lvl7pPr>
              <a:defRPr sz="1575" b="1">
                <a:solidFill>
                  <a:srgbClr val="16324F"/>
                </a:solidFill>
              </a:defRPr>
            </a:lvl7pPr>
            <a:lvl8pPr>
              <a:defRPr sz="1575" b="1">
                <a:solidFill>
                  <a:srgbClr val="16324F"/>
                </a:solidFill>
              </a:defRPr>
            </a:lvl8pPr>
            <a:lvl9pPr>
              <a:defRPr sz="157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12 correctas   5 con defecto superficial   3 con defecto dimensional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7FB2A-110A-4CB7-83E6-EA6A6ED4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324F"/>
                </a:solidFill>
              </a:defRPr>
            </a:defPPr>
            <a:lvl1pPr>
              <a:defRPr sz="1500" b="1">
                <a:solidFill>
                  <a:srgbClr val="16324F"/>
                </a:solidFill>
              </a:defRPr>
            </a:lvl1pPr>
            <a:lvl2pPr>
              <a:defRPr sz="1500" b="1">
                <a:solidFill>
                  <a:srgbClr val="16324F"/>
                </a:solidFill>
              </a:defRPr>
            </a:lvl2pPr>
            <a:lvl3pPr>
              <a:defRPr sz="1500" b="1">
                <a:solidFill>
                  <a:srgbClr val="16324F"/>
                </a:solidFill>
              </a:defRPr>
            </a:lvl3pPr>
            <a:lvl4pPr>
              <a:defRPr sz="1500" b="1">
                <a:solidFill>
                  <a:srgbClr val="16324F"/>
                </a:solidFill>
              </a:defRPr>
            </a:lvl4pPr>
            <a:lvl5pPr>
              <a:defRPr sz="1500" b="1">
                <a:solidFill>
                  <a:srgbClr val="16324F"/>
                </a:solidFill>
              </a:defRPr>
            </a:lvl5pPr>
            <a:lvl6pPr>
              <a:defRPr sz="1500" b="1">
                <a:solidFill>
                  <a:srgbClr val="16324F"/>
                </a:solidFill>
              </a:defRPr>
            </a:lvl6pPr>
            <a:lvl7pPr>
              <a:defRPr sz="1500" b="1">
                <a:solidFill>
                  <a:srgbClr val="16324F"/>
                </a:solidFill>
              </a:defRPr>
            </a:lvl7pPr>
            <a:lvl8pPr>
              <a:defRPr sz="1500" b="1">
                <a:solidFill>
                  <a:srgbClr val="16324F"/>
                </a:solidFill>
              </a:defRPr>
            </a:lvl8pPr>
            <a:lvl9pPr>
              <a:defRPr sz="150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324F"/>
                </a:solidFill>
              </a:defRPr>
            </a:pPr>
            <a:r>
              <a:rPr sz="1500" b="1">
                <a:solidFill>
                  <a:srgbClr val="16324F"/>
                </a:solidFill>
              </a:rPr>
              <a:t>A = pieza correcta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8354E-67B2-4337-A4ED-5CCC025E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324F"/>
                </a:solidFill>
              </a:defRPr>
            </a:defPPr>
            <a:lvl1pPr>
              <a:defRPr sz="1500" b="1">
                <a:solidFill>
                  <a:srgbClr val="16324F"/>
                </a:solidFill>
              </a:defRPr>
            </a:lvl1pPr>
            <a:lvl2pPr>
              <a:defRPr sz="1500" b="1">
                <a:solidFill>
                  <a:srgbClr val="16324F"/>
                </a:solidFill>
              </a:defRPr>
            </a:lvl2pPr>
            <a:lvl3pPr>
              <a:defRPr sz="1500" b="1">
                <a:solidFill>
                  <a:srgbClr val="16324F"/>
                </a:solidFill>
              </a:defRPr>
            </a:lvl3pPr>
            <a:lvl4pPr>
              <a:defRPr sz="1500" b="1">
                <a:solidFill>
                  <a:srgbClr val="16324F"/>
                </a:solidFill>
              </a:defRPr>
            </a:lvl4pPr>
            <a:lvl5pPr>
              <a:defRPr sz="1500" b="1">
                <a:solidFill>
                  <a:srgbClr val="16324F"/>
                </a:solidFill>
              </a:defRPr>
            </a:lvl5pPr>
            <a:lvl6pPr>
              <a:defRPr sz="1500" b="1">
                <a:solidFill>
                  <a:srgbClr val="16324F"/>
                </a:solidFill>
              </a:defRPr>
            </a:lvl6pPr>
            <a:lvl7pPr>
              <a:defRPr sz="1500" b="1">
                <a:solidFill>
                  <a:srgbClr val="16324F"/>
                </a:solidFill>
              </a:defRPr>
            </a:lvl7pPr>
            <a:lvl8pPr>
              <a:defRPr sz="1500" b="1">
                <a:solidFill>
                  <a:srgbClr val="16324F"/>
                </a:solidFill>
              </a:defRPr>
            </a:lvl8pPr>
            <a:lvl9pPr>
              <a:defRPr sz="150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324F"/>
                </a:solidFill>
              </a:defRPr>
            </a:pPr>
            <a:r>
              <a:rPr sz="1500" b="1">
                <a:solidFill>
                  <a:srgbClr val="16324F"/>
                </a:solidFill>
              </a:rPr>
              <a:t>B = pieza defectuosa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05086-8460-4F73-8F44-01252189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0375"/>
            <a:ext cx="6334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9525">
            <a:solidFill>
              <a:srgbClr val="1684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341B0-BE48-4DDC-861F-B6562915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76575"/>
            <a:ext cx="595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6845B"/>
                </a:solidFill>
              </a:defRPr>
            </a:defPPr>
            <a:lvl1pPr>
              <a:defRPr sz="1575" b="1">
                <a:solidFill>
                  <a:srgbClr val="16845B"/>
                </a:solidFill>
              </a:defRPr>
            </a:lvl1pPr>
            <a:lvl2pPr>
              <a:defRPr sz="1575" b="1">
                <a:solidFill>
                  <a:srgbClr val="16845B"/>
                </a:solidFill>
              </a:defRPr>
            </a:lvl2pPr>
            <a:lvl3pPr>
              <a:defRPr sz="1575" b="1">
                <a:solidFill>
                  <a:srgbClr val="16845B"/>
                </a:solidFill>
              </a:defRPr>
            </a:lvl3pPr>
            <a:lvl4pPr>
              <a:defRPr sz="1575" b="1">
                <a:solidFill>
                  <a:srgbClr val="16845B"/>
                </a:solidFill>
              </a:defRPr>
            </a:lvl4pPr>
            <a:lvl5pPr>
              <a:defRPr sz="1575" b="1">
                <a:solidFill>
                  <a:srgbClr val="16845B"/>
                </a:solidFill>
              </a:defRPr>
            </a:lvl5pPr>
            <a:lvl6pPr>
              <a:defRPr sz="1575" b="1">
                <a:solidFill>
                  <a:srgbClr val="16845B"/>
                </a:solidFill>
              </a:defRPr>
            </a:lvl6pPr>
            <a:lvl7pPr>
              <a:defRPr sz="1575" b="1">
                <a:solidFill>
                  <a:srgbClr val="16845B"/>
                </a:solidFill>
              </a:defRPr>
            </a:lvl7pPr>
            <a:lvl8pPr>
              <a:defRPr sz="1575" b="1">
                <a:solidFill>
                  <a:srgbClr val="16845B"/>
                </a:solidFill>
              </a:defRPr>
            </a:lvl8pPr>
            <a:lvl9pPr>
              <a:defRPr sz="1575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6845B"/>
                </a:solidFill>
              </a:defRPr>
            </a:pPr>
            <a:r>
              <a:rPr sz="1575" b="1">
                <a:solidFill>
                  <a:srgbClr val="16845B"/>
                </a:solidFill>
              </a:rPr>
              <a:t>P(A) = 12/20 = 0.60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8C3968-0EE9-4051-937F-5DD3E723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67125"/>
            <a:ext cx="6334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9525">
            <a:solidFill>
              <a:srgbClr val="1684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A53A5D-679C-41F2-AAA7-1D136403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43325"/>
            <a:ext cx="595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6845B"/>
                </a:solidFill>
              </a:defRPr>
            </a:defPPr>
            <a:lvl1pPr>
              <a:defRPr sz="1575" b="1">
                <a:solidFill>
                  <a:srgbClr val="16845B"/>
                </a:solidFill>
              </a:defRPr>
            </a:lvl1pPr>
            <a:lvl2pPr>
              <a:defRPr sz="1575" b="1">
                <a:solidFill>
                  <a:srgbClr val="16845B"/>
                </a:solidFill>
              </a:defRPr>
            </a:lvl2pPr>
            <a:lvl3pPr>
              <a:defRPr sz="1575" b="1">
                <a:solidFill>
                  <a:srgbClr val="16845B"/>
                </a:solidFill>
              </a:defRPr>
            </a:lvl3pPr>
            <a:lvl4pPr>
              <a:defRPr sz="1575" b="1">
                <a:solidFill>
                  <a:srgbClr val="16845B"/>
                </a:solidFill>
              </a:defRPr>
            </a:lvl4pPr>
            <a:lvl5pPr>
              <a:defRPr sz="1575" b="1">
                <a:solidFill>
                  <a:srgbClr val="16845B"/>
                </a:solidFill>
              </a:defRPr>
            </a:lvl5pPr>
            <a:lvl6pPr>
              <a:defRPr sz="1575" b="1">
                <a:solidFill>
                  <a:srgbClr val="16845B"/>
                </a:solidFill>
              </a:defRPr>
            </a:lvl6pPr>
            <a:lvl7pPr>
              <a:defRPr sz="1575" b="1">
                <a:solidFill>
                  <a:srgbClr val="16845B"/>
                </a:solidFill>
              </a:defRPr>
            </a:lvl7pPr>
            <a:lvl8pPr>
              <a:defRPr sz="1575" b="1">
                <a:solidFill>
                  <a:srgbClr val="16845B"/>
                </a:solidFill>
              </a:defRPr>
            </a:lvl8pPr>
            <a:lvl9pPr>
              <a:defRPr sz="1575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6845B"/>
                </a:solidFill>
              </a:defRPr>
            </a:pPr>
            <a:r>
              <a:rPr sz="1575" b="1">
                <a:solidFill>
                  <a:srgbClr val="16845B"/>
                </a:solidFill>
              </a:rPr>
              <a:t>P(B) = 8/20 = 0.40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4E7AFA-4432-4F7D-90F4-A36215F4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33875"/>
            <a:ext cx="6334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9525">
            <a:solidFill>
              <a:srgbClr val="1684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B1526F-5F22-4900-B397-47127743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10075"/>
            <a:ext cx="595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6845B"/>
                </a:solidFill>
              </a:defRPr>
            </a:defPPr>
            <a:lvl1pPr>
              <a:defRPr sz="1575" b="1">
                <a:solidFill>
                  <a:srgbClr val="16845B"/>
                </a:solidFill>
              </a:defRPr>
            </a:lvl1pPr>
            <a:lvl2pPr>
              <a:defRPr sz="1575" b="1">
                <a:solidFill>
                  <a:srgbClr val="16845B"/>
                </a:solidFill>
              </a:defRPr>
            </a:lvl2pPr>
            <a:lvl3pPr>
              <a:defRPr sz="1575" b="1">
                <a:solidFill>
                  <a:srgbClr val="16845B"/>
                </a:solidFill>
              </a:defRPr>
            </a:lvl3pPr>
            <a:lvl4pPr>
              <a:defRPr sz="1575" b="1">
                <a:solidFill>
                  <a:srgbClr val="16845B"/>
                </a:solidFill>
              </a:defRPr>
            </a:lvl4pPr>
            <a:lvl5pPr>
              <a:defRPr sz="1575" b="1">
                <a:solidFill>
                  <a:srgbClr val="16845B"/>
                </a:solidFill>
              </a:defRPr>
            </a:lvl5pPr>
            <a:lvl6pPr>
              <a:defRPr sz="1575" b="1">
                <a:solidFill>
                  <a:srgbClr val="16845B"/>
                </a:solidFill>
              </a:defRPr>
            </a:lvl6pPr>
            <a:lvl7pPr>
              <a:defRPr sz="1575" b="1">
                <a:solidFill>
                  <a:srgbClr val="16845B"/>
                </a:solidFill>
              </a:defRPr>
            </a:lvl7pPr>
            <a:lvl8pPr>
              <a:defRPr sz="1575" b="1">
                <a:solidFill>
                  <a:srgbClr val="16845B"/>
                </a:solidFill>
              </a:defRPr>
            </a:lvl8pPr>
            <a:lvl9pPr>
              <a:defRPr sz="1575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6845B"/>
                </a:solidFill>
              </a:defRPr>
            </a:pPr>
            <a:r>
              <a:rPr sz="1575" b="1">
                <a:solidFill>
                  <a:srgbClr val="16845B"/>
                </a:solidFill>
              </a:rPr>
              <a:t>A ∩ B = 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0F329B-EFCD-462C-8E50-2D6B1FFE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00625"/>
            <a:ext cx="6334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9525">
            <a:solidFill>
              <a:srgbClr val="1684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D858CB-ED14-467F-A895-6F474552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76825"/>
            <a:ext cx="595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6845B"/>
                </a:solidFill>
              </a:defRPr>
            </a:defPPr>
            <a:lvl1pPr>
              <a:defRPr sz="1575" b="1">
                <a:solidFill>
                  <a:srgbClr val="16845B"/>
                </a:solidFill>
              </a:defRPr>
            </a:lvl1pPr>
            <a:lvl2pPr>
              <a:defRPr sz="1575" b="1">
                <a:solidFill>
                  <a:srgbClr val="16845B"/>
                </a:solidFill>
              </a:defRPr>
            </a:lvl2pPr>
            <a:lvl3pPr>
              <a:defRPr sz="1575" b="1">
                <a:solidFill>
                  <a:srgbClr val="16845B"/>
                </a:solidFill>
              </a:defRPr>
            </a:lvl3pPr>
            <a:lvl4pPr>
              <a:defRPr sz="1575" b="1">
                <a:solidFill>
                  <a:srgbClr val="16845B"/>
                </a:solidFill>
              </a:defRPr>
            </a:lvl4pPr>
            <a:lvl5pPr>
              <a:defRPr sz="1575" b="1">
                <a:solidFill>
                  <a:srgbClr val="16845B"/>
                </a:solidFill>
              </a:defRPr>
            </a:lvl5pPr>
            <a:lvl6pPr>
              <a:defRPr sz="1575" b="1">
                <a:solidFill>
                  <a:srgbClr val="16845B"/>
                </a:solidFill>
              </a:defRPr>
            </a:lvl6pPr>
            <a:lvl7pPr>
              <a:defRPr sz="1575" b="1">
                <a:solidFill>
                  <a:srgbClr val="16845B"/>
                </a:solidFill>
              </a:defRPr>
            </a:lvl7pPr>
            <a:lvl8pPr>
              <a:defRPr sz="1575" b="1">
                <a:solidFill>
                  <a:srgbClr val="16845B"/>
                </a:solidFill>
              </a:defRPr>
            </a:lvl8pPr>
            <a:lvl9pPr>
              <a:defRPr sz="1575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6845B"/>
                </a:solidFill>
              </a:defRPr>
            </a:pPr>
            <a:r>
              <a:rPr sz="1575" b="1">
                <a:solidFill>
                  <a:srgbClr val="16845B"/>
                </a:solidFill>
              </a:rPr>
              <a:t>P(A ∪ B) =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0919A6-CDCC-4097-996E-4A7A7496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845B"/>
                </a:solidFill>
              </a:defRPr>
            </a:defPPr>
            <a:lvl1pPr>
              <a:defRPr sz="1500" b="1">
                <a:solidFill>
                  <a:srgbClr val="16845B"/>
                </a:solidFill>
              </a:defRPr>
            </a:lvl1pPr>
            <a:lvl2pPr>
              <a:defRPr sz="1500" b="1">
                <a:solidFill>
                  <a:srgbClr val="16845B"/>
                </a:solidFill>
              </a:defRPr>
            </a:lvl2pPr>
            <a:lvl3pPr>
              <a:defRPr sz="1500" b="1">
                <a:solidFill>
                  <a:srgbClr val="16845B"/>
                </a:solidFill>
              </a:defRPr>
            </a:lvl3pPr>
            <a:lvl4pPr>
              <a:defRPr sz="1500" b="1">
                <a:solidFill>
                  <a:srgbClr val="16845B"/>
                </a:solidFill>
              </a:defRPr>
            </a:lvl4pPr>
            <a:lvl5pPr>
              <a:defRPr sz="1500" b="1">
                <a:solidFill>
                  <a:srgbClr val="16845B"/>
                </a:solidFill>
              </a:defRPr>
            </a:lvl5pPr>
            <a:lvl6pPr>
              <a:defRPr sz="1500" b="1">
                <a:solidFill>
                  <a:srgbClr val="16845B"/>
                </a:solidFill>
              </a:defRPr>
            </a:lvl6pPr>
            <a:lvl7pPr>
              <a:defRPr sz="1500" b="1">
                <a:solidFill>
                  <a:srgbClr val="16845B"/>
                </a:solidFill>
              </a:defRPr>
            </a:lvl7pPr>
            <a:lvl8pPr>
              <a:defRPr sz="1500" b="1">
                <a:solidFill>
                  <a:srgbClr val="16845B"/>
                </a:solidFill>
              </a:defRPr>
            </a:lvl8pPr>
            <a:lvl9pPr>
              <a:defRPr sz="1500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845B"/>
                </a:solidFill>
              </a:defRPr>
            </a:pPr>
            <a:r>
              <a:rPr sz="1500" b="1">
                <a:solidFill>
                  <a:srgbClr val="16845B"/>
                </a:solidFill>
              </a:rPr>
              <a:t>Conclusión: A y B son incompatibles y complementarios.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C70ED0-33E8-419C-94B3-070723C4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845B"/>
                </a:solidFill>
              </a:defRPr>
            </a:defPPr>
            <a:lvl1pPr>
              <a:defRPr sz="825" b="1">
                <a:solidFill>
                  <a:srgbClr val="16845B"/>
                </a:solidFill>
              </a:defRPr>
            </a:lvl1pPr>
            <a:lvl2pPr>
              <a:defRPr sz="825" b="1">
                <a:solidFill>
                  <a:srgbClr val="16845B"/>
                </a:solidFill>
              </a:defRPr>
            </a:lvl2pPr>
            <a:lvl3pPr>
              <a:defRPr sz="825" b="1">
                <a:solidFill>
                  <a:srgbClr val="16845B"/>
                </a:solidFill>
              </a:defRPr>
            </a:lvl3pPr>
            <a:lvl4pPr>
              <a:defRPr sz="825" b="1">
                <a:solidFill>
                  <a:srgbClr val="16845B"/>
                </a:solidFill>
              </a:defRPr>
            </a:lvl4pPr>
            <a:lvl5pPr>
              <a:defRPr sz="825" b="1">
                <a:solidFill>
                  <a:srgbClr val="16845B"/>
                </a:solidFill>
              </a:defRPr>
            </a:lvl5pPr>
            <a:lvl6pPr>
              <a:defRPr sz="825" b="1">
                <a:solidFill>
                  <a:srgbClr val="16845B"/>
                </a:solidFill>
              </a:defRPr>
            </a:lvl6pPr>
            <a:lvl7pPr>
              <a:defRPr sz="825" b="1">
                <a:solidFill>
                  <a:srgbClr val="16845B"/>
                </a:solidFill>
              </a:defRPr>
            </a:lvl7pPr>
            <a:lvl8pPr>
              <a:defRPr sz="825" b="1">
                <a:solidFill>
                  <a:srgbClr val="16845B"/>
                </a:solidFill>
              </a:defRPr>
            </a:lvl8pPr>
            <a:lvl9pPr>
              <a:defRPr sz="825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845B"/>
                </a:solidFill>
              </a:defRPr>
            </a:pPr>
            <a:r>
              <a:rPr sz="825" b="1">
                <a:solidFill>
                  <a:srgbClr val="16845B"/>
                </a:solidFill>
              </a:rPr>
              <a:t>VERSIÓN DOCENTE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45482D-B04C-4D8B-A21C-507505FC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5C6F7C"/>
                </a:solidFill>
              </a:defRPr>
            </a:defPPr>
            <a:lvl1pPr>
              <a:defRPr sz="825" b="1">
                <a:solidFill>
                  <a:srgbClr val="5C6F7C"/>
                </a:solidFill>
              </a:defRPr>
            </a:lvl1pPr>
            <a:lvl2pPr>
              <a:defRPr sz="825" b="1">
                <a:solidFill>
                  <a:srgbClr val="5C6F7C"/>
                </a:solidFill>
              </a:defRPr>
            </a:lvl2pPr>
            <a:lvl3pPr>
              <a:defRPr sz="825" b="1">
                <a:solidFill>
                  <a:srgbClr val="5C6F7C"/>
                </a:solidFill>
              </a:defRPr>
            </a:lvl3pPr>
            <a:lvl4pPr>
              <a:defRPr sz="825" b="1">
                <a:solidFill>
                  <a:srgbClr val="5C6F7C"/>
                </a:solidFill>
              </a:defRPr>
            </a:lvl4pPr>
            <a:lvl5pPr>
              <a:defRPr sz="825" b="1">
                <a:solidFill>
                  <a:srgbClr val="5C6F7C"/>
                </a:solidFill>
              </a:defRPr>
            </a:lvl5pPr>
            <a:lvl6pPr>
              <a:defRPr sz="825" b="1">
                <a:solidFill>
                  <a:srgbClr val="5C6F7C"/>
                </a:solidFill>
              </a:defRPr>
            </a:lvl6pPr>
            <a:lvl7pPr>
              <a:defRPr sz="825" b="1">
                <a:solidFill>
                  <a:srgbClr val="5C6F7C"/>
                </a:solidFill>
              </a:defRPr>
            </a:lvl7pPr>
            <a:lvl8pPr>
              <a:defRPr sz="825" b="1">
                <a:solidFill>
                  <a:srgbClr val="5C6F7C"/>
                </a:solidFill>
              </a:defRPr>
            </a:lvl8pPr>
            <a:lvl9pPr>
              <a:defRPr sz="825" b="1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5C6F7C"/>
                </a:solidFill>
              </a:defRPr>
            </a:pPr>
            <a:r>
              <a:rPr sz="825" b="1">
                <a:solidFill>
                  <a:srgbClr val="5C6F7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009716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9840D4-600B-4450-9149-2FAFB9F9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E4A62B"/>
                </a:solidFill>
              </a:defRPr>
            </a:defPPr>
            <a:lvl1pPr>
              <a:defRPr sz="1200" b="1">
                <a:solidFill>
                  <a:srgbClr val="E4A62B"/>
                </a:solidFill>
              </a:defRPr>
            </a:lvl1pPr>
            <a:lvl2pPr>
              <a:defRPr sz="1200" b="1">
                <a:solidFill>
                  <a:srgbClr val="E4A62B"/>
                </a:solidFill>
              </a:defRPr>
            </a:lvl2pPr>
            <a:lvl3pPr>
              <a:defRPr sz="1200" b="1">
                <a:solidFill>
                  <a:srgbClr val="E4A62B"/>
                </a:solidFill>
              </a:defRPr>
            </a:lvl3pPr>
            <a:lvl4pPr>
              <a:defRPr sz="1200" b="1">
                <a:solidFill>
                  <a:srgbClr val="E4A62B"/>
                </a:solidFill>
              </a:defRPr>
            </a:lvl4pPr>
            <a:lvl5pPr>
              <a:defRPr sz="1200" b="1">
                <a:solidFill>
                  <a:srgbClr val="E4A62B"/>
                </a:solidFill>
              </a:defRPr>
            </a:lvl5pPr>
            <a:lvl6pPr>
              <a:defRPr sz="1200" b="1">
                <a:solidFill>
                  <a:srgbClr val="E4A62B"/>
                </a:solidFill>
              </a:defRPr>
            </a:lvl6pPr>
            <a:lvl7pPr>
              <a:defRPr sz="1200" b="1">
                <a:solidFill>
                  <a:srgbClr val="E4A62B"/>
                </a:solidFill>
              </a:defRPr>
            </a:lvl7pPr>
            <a:lvl8pPr>
              <a:defRPr sz="1200" b="1">
                <a:solidFill>
                  <a:srgbClr val="E4A62B"/>
                </a:solidFill>
              </a:defRPr>
            </a:lvl8pPr>
            <a:lvl9pPr>
              <a:defRPr sz="1200" b="1">
                <a:solidFill>
                  <a:srgbClr val="E4A62B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4A62B"/>
                </a:solidFill>
              </a:defRPr>
            </a:pPr>
            <a:r>
              <a:rPr sz="1200" b="1">
                <a:solidFill>
                  <a:srgbClr val="E4A62B"/>
                </a:solidFill>
              </a:rPr>
              <a:t>2.4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8CDC0-BDBB-4928-A6E8-DEC40096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FFFFF"/>
                </a:solidFill>
              </a:defRPr>
            </a:defPPr>
            <a:lvl1pPr>
              <a:defRPr sz="2550" b="1">
                <a:solidFill>
                  <a:srgbClr val="FFFFFF"/>
                </a:solidFill>
              </a:defRPr>
            </a:lvl1pPr>
            <a:lvl2pPr>
              <a:defRPr sz="2550" b="1">
                <a:solidFill>
                  <a:srgbClr val="FFFFFF"/>
                </a:solidFill>
              </a:defRPr>
            </a:lvl2pPr>
            <a:lvl3pPr>
              <a:defRPr sz="2550" b="1">
                <a:solidFill>
                  <a:srgbClr val="FFFFFF"/>
                </a:solidFill>
              </a:defRPr>
            </a:lvl3pPr>
            <a:lvl4pPr>
              <a:defRPr sz="2550" b="1">
                <a:solidFill>
                  <a:srgbClr val="FFFFFF"/>
                </a:solidFill>
              </a:defRPr>
            </a:lvl4pPr>
            <a:lvl5pPr>
              <a:defRPr sz="2550" b="1">
                <a:solidFill>
                  <a:srgbClr val="FFFFFF"/>
                </a:solidFill>
              </a:defRPr>
            </a:lvl5pPr>
            <a:lvl6pPr>
              <a:defRPr sz="2550" b="1">
                <a:solidFill>
                  <a:srgbClr val="FFFFFF"/>
                </a:solidFill>
              </a:defRPr>
            </a:lvl6pPr>
            <a:lvl7pPr>
              <a:defRPr sz="2550" b="1">
                <a:solidFill>
                  <a:srgbClr val="FFFFFF"/>
                </a:solidFill>
              </a:defRPr>
            </a:lvl7pPr>
            <a:lvl8pPr>
              <a:defRPr sz="2550" b="1">
                <a:solidFill>
                  <a:srgbClr val="FFFFFF"/>
                </a:solidFill>
              </a:defRPr>
            </a:lvl8pPr>
            <a:lvl9pPr>
              <a:defRPr sz="25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Principio multiplicativo y factorial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A7A8E-EF0E-42A6-9151-E6660293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CBD5E1"/>
                </a:solidFill>
              </a:defRPr>
            </a:defPPr>
            <a:lvl1pPr>
              <a:defRPr sz="1350" b="0">
                <a:solidFill>
                  <a:srgbClr val="CBD5E1"/>
                </a:solidFill>
              </a:defRPr>
            </a:lvl1pPr>
            <a:lvl2pPr>
              <a:defRPr sz="1350" b="0">
                <a:solidFill>
                  <a:srgbClr val="CBD5E1"/>
                </a:solidFill>
              </a:defRPr>
            </a:lvl2pPr>
            <a:lvl3pPr>
              <a:defRPr sz="1350" b="0">
                <a:solidFill>
                  <a:srgbClr val="CBD5E1"/>
                </a:solidFill>
              </a:defRPr>
            </a:lvl3pPr>
            <a:lvl4pPr>
              <a:defRPr sz="1350" b="0">
                <a:solidFill>
                  <a:srgbClr val="CBD5E1"/>
                </a:solidFill>
              </a:defRPr>
            </a:lvl4pPr>
            <a:lvl5pPr>
              <a:defRPr sz="1350" b="0">
                <a:solidFill>
                  <a:srgbClr val="CBD5E1"/>
                </a:solidFill>
              </a:defRPr>
            </a:lvl5pPr>
            <a:lvl6pPr>
              <a:defRPr sz="1350" b="0">
                <a:solidFill>
                  <a:srgbClr val="CBD5E1"/>
                </a:solidFill>
              </a:defRPr>
            </a:lvl6pPr>
            <a:lvl7pPr>
              <a:defRPr sz="1350" b="0">
                <a:solidFill>
                  <a:srgbClr val="CBD5E1"/>
                </a:solidFill>
              </a:defRPr>
            </a:lvl7pPr>
            <a:lvl8pPr>
              <a:defRPr sz="1350" b="0">
                <a:solidFill>
                  <a:srgbClr val="CBD5E1"/>
                </a:solidFill>
              </a:defRPr>
            </a:lvl8pPr>
            <a:lvl9pPr>
              <a:defRPr sz="1350" b="0">
                <a:solidFill>
                  <a:srgbClr val="CBD5E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El conteo organiza el espacio muestral cuando hay varias etapas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C0510-8B24-4A6A-95AC-5B79D78E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F9518-2DBD-4E3C-B769-048CDD2A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  <a:lvl1pPr>
              <a:defRPr sz="1800" b="1">
                <a:solidFill>
                  <a:srgbClr val="FFFFFF"/>
                </a:solidFill>
              </a:defRPr>
            </a:lvl1pPr>
            <a:lvl2pPr>
              <a:defRPr sz="1800" b="1">
                <a:solidFill>
                  <a:srgbClr val="FFFFFF"/>
                </a:solidFill>
              </a:defRPr>
            </a:lvl2pPr>
            <a:lvl3pPr>
              <a:defRPr sz="1800" b="1">
                <a:solidFill>
                  <a:srgbClr val="FFFFFF"/>
                </a:solidFill>
              </a:defRPr>
            </a:lvl3pPr>
            <a:lvl4pPr>
              <a:defRPr sz="1800" b="1">
                <a:solidFill>
                  <a:srgbClr val="FFFFFF"/>
                </a:solidFill>
              </a:defRPr>
            </a:lvl4pPr>
            <a:lvl5pPr>
              <a:defRPr sz="1800" b="1">
                <a:solidFill>
                  <a:srgbClr val="FFFFFF"/>
                </a:solidFill>
              </a:defRPr>
            </a:lvl5pPr>
            <a:lvl6pPr>
              <a:defRPr sz="1800" b="1">
                <a:solidFill>
                  <a:srgbClr val="FFFFFF"/>
                </a:solidFill>
              </a:defRPr>
            </a:lvl6pPr>
            <a:lvl7pPr>
              <a:defRPr sz="1800" b="1">
                <a:solidFill>
                  <a:srgbClr val="FFFFFF"/>
                </a:solidFill>
              </a:defRPr>
            </a:lvl7pPr>
            <a:lvl8pPr>
              <a:defRPr sz="1800" b="1">
                <a:solidFill>
                  <a:srgbClr val="FFFFFF"/>
                </a:solidFill>
              </a:defRPr>
            </a:lvl8pPr>
            <a:lvl9pPr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Si una etapa tiene m opciones y otra tiene n opciones, existen m × n resultados.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3D456-EE98-40C4-ACC2-646E020E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2857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14866"/>
          </a:solidFill>
          <a:ln xmlns:a="http://schemas.openxmlformats.org/drawingml/2006/main" w="9525">
            <a:solidFill>
              <a:srgbClr val="4B7A9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29748-C49B-4AA3-8DFD-95195C24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D9ECF3"/>
                </a:solidFill>
              </a:defRPr>
            </a:defPPr>
            <a:lvl1pPr>
              <a:defRPr sz="1425" b="1">
                <a:solidFill>
                  <a:srgbClr val="D9ECF3"/>
                </a:solidFill>
              </a:defRPr>
            </a:lvl1pPr>
            <a:lvl2pPr>
              <a:defRPr sz="1425" b="1">
                <a:solidFill>
                  <a:srgbClr val="D9ECF3"/>
                </a:solidFill>
              </a:defRPr>
            </a:lvl2pPr>
            <a:lvl3pPr>
              <a:defRPr sz="1425" b="1">
                <a:solidFill>
                  <a:srgbClr val="D9ECF3"/>
                </a:solidFill>
              </a:defRPr>
            </a:lvl3pPr>
            <a:lvl4pPr>
              <a:defRPr sz="1425" b="1">
                <a:solidFill>
                  <a:srgbClr val="D9ECF3"/>
                </a:solidFill>
              </a:defRPr>
            </a:lvl4pPr>
            <a:lvl5pPr>
              <a:defRPr sz="1425" b="1">
                <a:solidFill>
                  <a:srgbClr val="D9ECF3"/>
                </a:solidFill>
              </a:defRPr>
            </a:lvl5pPr>
            <a:lvl6pPr>
              <a:defRPr sz="1425" b="1">
                <a:solidFill>
                  <a:srgbClr val="D9ECF3"/>
                </a:solidFill>
              </a:defRPr>
            </a:lvl6pPr>
            <a:lvl7pPr>
              <a:defRPr sz="1425" b="1">
                <a:solidFill>
                  <a:srgbClr val="D9ECF3"/>
                </a:solidFill>
              </a:defRPr>
            </a:lvl7pPr>
            <a:lvl8pPr>
              <a:defRPr sz="1425" b="1">
                <a:solidFill>
                  <a:srgbClr val="D9ECF3"/>
                </a:solidFill>
              </a:defRPr>
            </a:lvl8pPr>
            <a:lvl9pPr>
              <a:defRPr sz="1425" b="1">
                <a:solidFill>
                  <a:srgbClr val="D9ECF3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D9ECF3"/>
                </a:solidFill>
              </a:defRPr>
            </a:pPr>
            <a:r>
              <a:rPr sz="1425" b="1">
                <a:solidFill>
                  <a:srgbClr val="D9ECF3"/>
                </a:solidFill>
              </a:rPr>
              <a:t>3 camisas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21481-C6B0-4B54-93CB-FC63767F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D27A"/>
                </a:solidFill>
              </a:defRPr>
            </a:defPPr>
            <a:lvl1pPr>
              <a:defRPr sz="2100" b="1">
                <a:solidFill>
                  <a:srgbClr val="FFD27A"/>
                </a:solidFill>
              </a:defRPr>
            </a:lvl1pPr>
            <a:lvl2pPr>
              <a:defRPr sz="2100" b="1">
                <a:solidFill>
                  <a:srgbClr val="FFD27A"/>
                </a:solidFill>
              </a:defRPr>
            </a:lvl2pPr>
            <a:lvl3pPr>
              <a:defRPr sz="2100" b="1">
                <a:solidFill>
                  <a:srgbClr val="FFD27A"/>
                </a:solidFill>
              </a:defRPr>
            </a:lvl3pPr>
            <a:lvl4pPr>
              <a:defRPr sz="2100" b="1">
                <a:solidFill>
                  <a:srgbClr val="FFD27A"/>
                </a:solidFill>
              </a:defRPr>
            </a:lvl4pPr>
            <a:lvl5pPr>
              <a:defRPr sz="2100" b="1">
                <a:solidFill>
                  <a:srgbClr val="FFD27A"/>
                </a:solidFill>
              </a:defRPr>
            </a:lvl5pPr>
            <a:lvl6pPr>
              <a:defRPr sz="2100" b="1">
                <a:solidFill>
                  <a:srgbClr val="FFD27A"/>
                </a:solidFill>
              </a:defRPr>
            </a:lvl6pPr>
            <a:lvl7pPr>
              <a:defRPr sz="2100" b="1">
                <a:solidFill>
                  <a:srgbClr val="FFD27A"/>
                </a:solidFill>
              </a:defRPr>
            </a:lvl7pPr>
            <a:lvl8pPr>
              <a:defRPr sz="2100" b="1">
                <a:solidFill>
                  <a:srgbClr val="FFD27A"/>
                </a:solidFill>
              </a:defRPr>
            </a:lvl8pPr>
            <a:lvl9pPr>
              <a:defRPr sz="2100" b="1">
                <a:solidFill>
                  <a:srgbClr val="FFD27A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D27A"/>
                </a:solidFill>
              </a:defRPr>
            </a:pPr>
            <a:r>
              <a:rPr sz="2100" b="1">
                <a:solidFill>
                  <a:srgbClr val="FFD27A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1F505-52A4-4105-A671-870D6530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95625"/>
            <a:ext cx="2857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14866"/>
          </a:solidFill>
          <a:ln xmlns:a="http://schemas.openxmlformats.org/drawingml/2006/main" w="9525">
            <a:solidFill>
              <a:srgbClr val="4B7A9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13DE4-9B87-4470-A8F6-9CF55AB4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38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D9ECF3"/>
                </a:solidFill>
              </a:defRPr>
            </a:defPPr>
            <a:lvl1pPr>
              <a:defRPr sz="1425" b="1">
                <a:solidFill>
                  <a:srgbClr val="D9ECF3"/>
                </a:solidFill>
              </a:defRPr>
            </a:lvl1pPr>
            <a:lvl2pPr>
              <a:defRPr sz="1425" b="1">
                <a:solidFill>
                  <a:srgbClr val="D9ECF3"/>
                </a:solidFill>
              </a:defRPr>
            </a:lvl2pPr>
            <a:lvl3pPr>
              <a:defRPr sz="1425" b="1">
                <a:solidFill>
                  <a:srgbClr val="D9ECF3"/>
                </a:solidFill>
              </a:defRPr>
            </a:lvl3pPr>
            <a:lvl4pPr>
              <a:defRPr sz="1425" b="1">
                <a:solidFill>
                  <a:srgbClr val="D9ECF3"/>
                </a:solidFill>
              </a:defRPr>
            </a:lvl4pPr>
            <a:lvl5pPr>
              <a:defRPr sz="1425" b="1">
                <a:solidFill>
                  <a:srgbClr val="D9ECF3"/>
                </a:solidFill>
              </a:defRPr>
            </a:lvl5pPr>
            <a:lvl6pPr>
              <a:defRPr sz="1425" b="1">
                <a:solidFill>
                  <a:srgbClr val="D9ECF3"/>
                </a:solidFill>
              </a:defRPr>
            </a:lvl6pPr>
            <a:lvl7pPr>
              <a:defRPr sz="1425" b="1">
                <a:solidFill>
                  <a:srgbClr val="D9ECF3"/>
                </a:solidFill>
              </a:defRPr>
            </a:lvl7pPr>
            <a:lvl8pPr>
              <a:defRPr sz="1425" b="1">
                <a:solidFill>
                  <a:srgbClr val="D9ECF3"/>
                </a:solidFill>
              </a:defRPr>
            </a:lvl8pPr>
            <a:lvl9pPr>
              <a:defRPr sz="1425" b="1">
                <a:solidFill>
                  <a:srgbClr val="D9ECF3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D9ECF3"/>
                </a:solidFill>
              </a:defRPr>
            </a:pPr>
            <a:r>
              <a:rPr sz="1425" b="1">
                <a:solidFill>
                  <a:srgbClr val="D9ECF3"/>
                </a:solidFill>
              </a:rPr>
              <a:t>2 pantalones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73454-048B-401B-90B0-6B6E2D7F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004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D27A"/>
                </a:solidFill>
              </a:defRPr>
            </a:defPPr>
            <a:lvl1pPr>
              <a:defRPr sz="2100" b="1">
                <a:solidFill>
                  <a:srgbClr val="FFD27A"/>
                </a:solidFill>
              </a:defRPr>
            </a:lvl1pPr>
            <a:lvl2pPr>
              <a:defRPr sz="2100" b="1">
                <a:solidFill>
                  <a:srgbClr val="FFD27A"/>
                </a:solidFill>
              </a:defRPr>
            </a:lvl2pPr>
            <a:lvl3pPr>
              <a:defRPr sz="2100" b="1">
                <a:solidFill>
                  <a:srgbClr val="FFD27A"/>
                </a:solidFill>
              </a:defRPr>
            </a:lvl3pPr>
            <a:lvl4pPr>
              <a:defRPr sz="2100" b="1">
                <a:solidFill>
                  <a:srgbClr val="FFD27A"/>
                </a:solidFill>
              </a:defRPr>
            </a:lvl4pPr>
            <a:lvl5pPr>
              <a:defRPr sz="2100" b="1">
                <a:solidFill>
                  <a:srgbClr val="FFD27A"/>
                </a:solidFill>
              </a:defRPr>
            </a:lvl5pPr>
            <a:lvl6pPr>
              <a:defRPr sz="2100" b="1">
                <a:solidFill>
                  <a:srgbClr val="FFD27A"/>
                </a:solidFill>
              </a:defRPr>
            </a:lvl6pPr>
            <a:lvl7pPr>
              <a:defRPr sz="2100" b="1">
                <a:solidFill>
                  <a:srgbClr val="FFD27A"/>
                </a:solidFill>
              </a:defRPr>
            </a:lvl7pPr>
            <a:lvl8pPr>
              <a:defRPr sz="2100" b="1">
                <a:solidFill>
                  <a:srgbClr val="FFD27A"/>
                </a:solidFill>
              </a:defRPr>
            </a:lvl8pPr>
            <a:lvl9pPr>
              <a:defRPr sz="2100" b="1">
                <a:solidFill>
                  <a:srgbClr val="FFD27A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D27A"/>
                </a:solidFill>
              </a:defRPr>
            </a:pPr>
            <a:r>
              <a:rPr sz="2100" b="1">
                <a:solidFill>
                  <a:srgbClr val="FFD27A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3FB707-66E2-44F9-9C99-D8CB67F3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95625"/>
            <a:ext cx="2857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14866"/>
          </a:solidFill>
          <a:ln xmlns:a="http://schemas.openxmlformats.org/drawingml/2006/main" w="9525">
            <a:solidFill>
              <a:srgbClr val="4B7A9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DA84BA-6209-448D-A23F-3A71470B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38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D9ECF3"/>
                </a:solidFill>
              </a:defRPr>
            </a:defPPr>
            <a:lvl1pPr>
              <a:defRPr sz="1425" b="1">
                <a:solidFill>
                  <a:srgbClr val="D9ECF3"/>
                </a:solidFill>
              </a:defRPr>
            </a:lvl1pPr>
            <a:lvl2pPr>
              <a:defRPr sz="1425" b="1">
                <a:solidFill>
                  <a:srgbClr val="D9ECF3"/>
                </a:solidFill>
              </a:defRPr>
            </a:lvl2pPr>
            <a:lvl3pPr>
              <a:defRPr sz="1425" b="1">
                <a:solidFill>
                  <a:srgbClr val="D9ECF3"/>
                </a:solidFill>
              </a:defRPr>
            </a:lvl3pPr>
            <a:lvl4pPr>
              <a:defRPr sz="1425" b="1">
                <a:solidFill>
                  <a:srgbClr val="D9ECF3"/>
                </a:solidFill>
              </a:defRPr>
            </a:lvl4pPr>
            <a:lvl5pPr>
              <a:defRPr sz="1425" b="1">
                <a:solidFill>
                  <a:srgbClr val="D9ECF3"/>
                </a:solidFill>
              </a:defRPr>
            </a:lvl5pPr>
            <a:lvl6pPr>
              <a:defRPr sz="1425" b="1">
                <a:solidFill>
                  <a:srgbClr val="D9ECF3"/>
                </a:solidFill>
              </a:defRPr>
            </a:lvl6pPr>
            <a:lvl7pPr>
              <a:defRPr sz="1425" b="1">
                <a:solidFill>
                  <a:srgbClr val="D9ECF3"/>
                </a:solidFill>
              </a:defRPr>
            </a:lvl7pPr>
            <a:lvl8pPr>
              <a:defRPr sz="1425" b="1">
                <a:solidFill>
                  <a:srgbClr val="D9ECF3"/>
                </a:solidFill>
              </a:defRPr>
            </a:lvl8pPr>
            <a:lvl9pPr>
              <a:defRPr sz="1425" b="1">
                <a:solidFill>
                  <a:srgbClr val="D9ECF3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D9ECF3"/>
                </a:solidFill>
              </a:defRPr>
            </a:pPr>
            <a:r>
              <a:rPr sz="1425" b="1">
                <a:solidFill>
                  <a:srgbClr val="D9ECF3"/>
                </a:solidFill>
              </a:rPr>
              <a:t>4 pares de zapatos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B94293-3802-450E-8AEC-97C55786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004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D27A"/>
                </a:solidFill>
              </a:defRPr>
            </a:defPPr>
            <a:lvl1pPr>
              <a:defRPr sz="2100" b="1">
                <a:solidFill>
                  <a:srgbClr val="FFD27A"/>
                </a:solidFill>
              </a:defRPr>
            </a:lvl1pPr>
            <a:lvl2pPr>
              <a:defRPr sz="2100" b="1">
                <a:solidFill>
                  <a:srgbClr val="FFD27A"/>
                </a:solidFill>
              </a:defRPr>
            </a:lvl2pPr>
            <a:lvl3pPr>
              <a:defRPr sz="2100" b="1">
                <a:solidFill>
                  <a:srgbClr val="FFD27A"/>
                </a:solidFill>
              </a:defRPr>
            </a:lvl3pPr>
            <a:lvl4pPr>
              <a:defRPr sz="2100" b="1">
                <a:solidFill>
                  <a:srgbClr val="FFD27A"/>
                </a:solidFill>
              </a:defRPr>
            </a:lvl4pPr>
            <a:lvl5pPr>
              <a:defRPr sz="2100" b="1">
                <a:solidFill>
                  <a:srgbClr val="FFD27A"/>
                </a:solidFill>
              </a:defRPr>
            </a:lvl5pPr>
            <a:lvl6pPr>
              <a:defRPr sz="2100" b="1">
                <a:solidFill>
                  <a:srgbClr val="FFD27A"/>
                </a:solidFill>
              </a:defRPr>
            </a:lvl6pPr>
            <a:lvl7pPr>
              <a:defRPr sz="2100" b="1">
                <a:solidFill>
                  <a:srgbClr val="FFD27A"/>
                </a:solidFill>
              </a:defRPr>
            </a:lvl7pPr>
            <a:lvl8pPr>
              <a:defRPr sz="2100" b="1">
                <a:solidFill>
                  <a:srgbClr val="FFD27A"/>
                </a:solidFill>
              </a:defRPr>
            </a:lvl8pPr>
            <a:lvl9pPr>
              <a:defRPr sz="2100" b="1">
                <a:solidFill>
                  <a:srgbClr val="FFD27A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D27A"/>
                </a:solidFill>
              </a:defRPr>
            </a:pPr>
            <a:r>
              <a:rPr sz="2100" b="1">
                <a:solidFill>
                  <a:srgbClr val="FFD27A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4E2A7C-16E1-42DF-98AD-654F5F24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243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9E0AE"/>
                </a:solidFill>
              </a:defRPr>
            </a:defPPr>
            <a:lvl1pPr>
              <a:defRPr sz="2175" b="1">
                <a:solidFill>
                  <a:srgbClr val="79E0AE"/>
                </a:solidFill>
              </a:defRPr>
            </a:lvl1pPr>
            <a:lvl2pPr>
              <a:defRPr sz="2175" b="1">
                <a:solidFill>
                  <a:srgbClr val="79E0AE"/>
                </a:solidFill>
              </a:defRPr>
            </a:lvl2pPr>
            <a:lvl3pPr>
              <a:defRPr sz="2175" b="1">
                <a:solidFill>
                  <a:srgbClr val="79E0AE"/>
                </a:solidFill>
              </a:defRPr>
            </a:lvl3pPr>
            <a:lvl4pPr>
              <a:defRPr sz="2175" b="1">
                <a:solidFill>
                  <a:srgbClr val="79E0AE"/>
                </a:solidFill>
              </a:defRPr>
            </a:lvl4pPr>
            <a:lvl5pPr>
              <a:defRPr sz="2175" b="1">
                <a:solidFill>
                  <a:srgbClr val="79E0AE"/>
                </a:solidFill>
              </a:defRPr>
            </a:lvl5pPr>
            <a:lvl6pPr>
              <a:defRPr sz="2175" b="1">
                <a:solidFill>
                  <a:srgbClr val="79E0AE"/>
                </a:solidFill>
              </a:defRPr>
            </a:lvl6pPr>
            <a:lvl7pPr>
              <a:defRPr sz="2175" b="1">
                <a:solidFill>
                  <a:srgbClr val="79E0AE"/>
                </a:solidFill>
              </a:defRPr>
            </a:lvl7pPr>
            <a:lvl8pPr>
              <a:defRPr sz="2175" b="1">
                <a:solidFill>
                  <a:srgbClr val="79E0AE"/>
                </a:solidFill>
              </a:defRPr>
            </a:lvl8pPr>
            <a:lvl9pPr>
              <a:defRPr sz="2175" b="1">
                <a:solidFill>
                  <a:srgbClr val="79E0AE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9E0AE"/>
                </a:solidFill>
              </a:defRPr>
            </a:pPr>
            <a:r>
              <a:rPr sz="2175" b="1">
                <a:solidFill>
                  <a:srgbClr val="79E0AE"/>
                </a:solidFill>
              </a:rPr>
              <a:t>Total = 3 × 2 × 4 = 24 conjuntos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80495D-CE61-4F97-AAAB-FD60E0E4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86375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  <a:lvl1pPr>
              <a:defRPr sz="1800" b="1">
                <a:solidFill>
                  <a:srgbClr val="FFFFFF"/>
                </a:solidFill>
              </a:defRPr>
            </a:lvl1pPr>
            <a:lvl2pPr>
              <a:defRPr sz="1800" b="1">
                <a:solidFill>
                  <a:srgbClr val="FFFFFF"/>
                </a:solidFill>
              </a:defRPr>
            </a:lvl2pPr>
            <a:lvl3pPr>
              <a:defRPr sz="1800" b="1">
                <a:solidFill>
                  <a:srgbClr val="FFFFFF"/>
                </a:solidFill>
              </a:defRPr>
            </a:lvl3pPr>
            <a:lvl4pPr>
              <a:defRPr sz="1800" b="1">
                <a:solidFill>
                  <a:srgbClr val="FFFFFF"/>
                </a:solidFill>
              </a:defRPr>
            </a:lvl4pPr>
            <a:lvl5pPr>
              <a:defRPr sz="1800" b="1">
                <a:solidFill>
                  <a:srgbClr val="FFFFFF"/>
                </a:solidFill>
              </a:defRPr>
            </a:lvl5pPr>
            <a:lvl6pPr>
              <a:defRPr sz="1800" b="1">
                <a:solidFill>
                  <a:srgbClr val="FFFFFF"/>
                </a:solidFill>
              </a:defRPr>
            </a:lvl6pPr>
            <a:lvl7pPr>
              <a:defRPr sz="1800" b="1">
                <a:solidFill>
                  <a:srgbClr val="FFFFFF"/>
                </a:solidFill>
              </a:defRPr>
            </a:lvl7pPr>
            <a:lvl8pPr>
              <a:defRPr sz="1800" b="1">
                <a:solidFill>
                  <a:srgbClr val="FFFFFF"/>
                </a:solidFill>
              </a:defRPr>
            </a:lvl8pPr>
            <a:lvl9pPr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5! = 5 × 4 × 3 × 2 × 1 = 120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EFE777-4099-433D-98F9-22FF67F0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845B"/>
                </a:solidFill>
              </a:defRPr>
            </a:defPPr>
            <a:lvl1pPr>
              <a:defRPr sz="825" b="1">
                <a:solidFill>
                  <a:srgbClr val="16845B"/>
                </a:solidFill>
              </a:defRPr>
            </a:lvl1pPr>
            <a:lvl2pPr>
              <a:defRPr sz="825" b="1">
                <a:solidFill>
                  <a:srgbClr val="16845B"/>
                </a:solidFill>
              </a:defRPr>
            </a:lvl2pPr>
            <a:lvl3pPr>
              <a:defRPr sz="825" b="1">
                <a:solidFill>
                  <a:srgbClr val="16845B"/>
                </a:solidFill>
              </a:defRPr>
            </a:lvl3pPr>
            <a:lvl4pPr>
              <a:defRPr sz="825" b="1">
                <a:solidFill>
                  <a:srgbClr val="16845B"/>
                </a:solidFill>
              </a:defRPr>
            </a:lvl4pPr>
            <a:lvl5pPr>
              <a:defRPr sz="825" b="1">
                <a:solidFill>
                  <a:srgbClr val="16845B"/>
                </a:solidFill>
              </a:defRPr>
            </a:lvl5pPr>
            <a:lvl6pPr>
              <a:defRPr sz="825" b="1">
                <a:solidFill>
                  <a:srgbClr val="16845B"/>
                </a:solidFill>
              </a:defRPr>
            </a:lvl6pPr>
            <a:lvl7pPr>
              <a:defRPr sz="825" b="1">
                <a:solidFill>
                  <a:srgbClr val="16845B"/>
                </a:solidFill>
              </a:defRPr>
            </a:lvl7pPr>
            <a:lvl8pPr>
              <a:defRPr sz="825" b="1">
                <a:solidFill>
                  <a:srgbClr val="16845B"/>
                </a:solidFill>
              </a:defRPr>
            </a:lvl8pPr>
            <a:lvl9pPr>
              <a:defRPr sz="825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845B"/>
                </a:solidFill>
              </a:defRPr>
            </a:pPr>
            <a:r>
              <a:rPr sz="825" b="1">
                <a:solidFill>
                  <a:srgbClr val="16845B"/>
                </a:solidFill>
              </a:rPr>
              <a:t>VERSIÓN DOCENTE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E97EDD-D9EF-43E3-83F3-6B0E59FA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5C6F7C"/>
                </a:solidFill>
              </a:defRPr>
            </a:defPPr>
            <a:lvl1pPr>
              <a:defRPr sz="825" b="1">
                <a:solidFill>
                  <a:srgbClr val="5C6F7C"/>
                </a:solidFill>
              </a:defRPr>
            </a:lvl1pPr>
            <a:lvl2pPr>
              <a:defRPr sz="825" b="1">
                <a:solidFill>
                  <a:srgbClr val="5C6F7C"/>
                </a:solidFill>
              </a:defRPr>
            </a:lvl2pPr>
            <a:lvl3pPr>
              <a:defRPr sz="825" b="1">
                <a:solidFill>
                  <a:srgbClr val="5C6F7C"/>
                </a:solidFill>
              </a:defRPr>
            </a:lvl3pPr>
            <a:lvl4pPr>
              <a:defRPr sz="825" b="1">
                <a:solidFill>
                  <a:srgbClr val="5C6F7C"/>
                </a:solidFill>
              </a:defRPr>
            </a:lvl4pPr>
            <a:lvl5pPr>
              <a:defRPr sz="825" b="1">
                <a:solidFill>
                  <a:srgbClr val="5C6F7C"/>
                </a:solidFill>
              </a:defRPr>
            </a:lvl5pPr>
            <a:lvl6pPr>
              <a:defRPr sz="825" b="1">
                <a:solidFill>
                  <a:srgbClr val="5C6F7C"/>
                </a:solidFill>
              </a:defRPr>
            </a:lvl6pPr>
            <a:lvl7pPr>
              <a:defRPr sz="825" b="1">
                <a:solidFill>
                  <a:srgbClr val="5C6F7C"/>
                </a:solidFill>
              </a:defRPr>
            </a:lvl7pPr>
            <a:lvl8pPr>
              <a:defRPr sz="825" b="1">
                <a:solidFill>
                  <a:srgbClr val="5C6F7C"/>
                </a:solidFill>
              </a:defRPr>
            </a:lvl8pPr>
            <a:lvl9pPr>
              <a:defRPr sz="825" b="1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5C6F7C"/>
                </a:solidFill>
              </a:defRPr>
            </a:pPr>
            <a:r>
              <a:rPr sz="825" b="1">
                <a:solidFill>
                  <a:srgbClr val="5C6F7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227090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0A74D3-99CB-4719-9C9B-7324A579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7C83"/>
                </a:solidFill>
              </a:defRPr>
            </a:defPPr>
            <a:lvl1pPr>
              <a:defRPr sz="1200" b="1">
                <a:solidFill>
                  <a:srgbClr val="007C83"/>
                </a:solidFill>
              </a:defRPr>
            </a:lvl1pPr>
            <a:lvl2pPr>
              <a:defRPr sz="1200" b="1">
                <a:solidFill>
                  <a:srgbClr val="007C83"/>
                </a:solidFill>
              </a:defRPr>
            </a:lvl2pPr>
            <a:lvl3pPr>
              <a:defRPr sz="1200" b="1">
                <a:solidFill>
                  <a:srgbClr val="007C83"/>
                </a:solidFill>
              </a:defRPr>
            </a:lvl3pPr>
            <a:lvl4pPr>
              <a:defRPr sz="1200" b="1">
                <a:solidFill>
                  <a:srgbClr val="007C83"/>
                </a:solidFill>
              </a:defRPr>
            </a:lvl4pPr>
            <a:lvl5pPr>
              <a:defRPr sz="1200" b="1">
                <a:solidFill>
                  <a:srgbClr val="007C83"/>
                </a:solidFill>
              </a:defRPr>
            </a:lvl5pPr>
            <a:lvl6pPr>
              <a:defRPr sz="1200" b="1">
                <a:solidFill>
                  <a:srgbClr val="007C83"/>
                </a:solidFill>
              </a:defRPr>
            </a:lvl6pPr>
            <a:lvl7pPr>
              <a:defRPr sz="1200" b="1">
                <a:solidFill>
                  <a:srgbClr val="007C83"/>
                </a:solidFill>
              </a:defRPr>
            </a:lvl7pPr>
            <a:lvl8pPr>
              <a:defRPr sz="1200" b="1">
                <a:solidFill>
                  <a:srgbClr val="007C83"/>
                </a:solidFill>
              </a:defRPr>
            </a:lvl8pPr>
            <a:lvl9pPr>
              <a:defRPr sz="1200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7C83"/>
                </a:solidFill>
              </a:defRPr>
            </a:pPr>
            <a:r>
              <a:rPr sz="1200" b="1">
                <a:solidFill>
                  <a:srgbClr val="007C83"/>
                </a:solidFill>
              </a:rPr>
              <a:t>2.4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9CDAD-E3D2-4F27-ABAB-645257FC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24F"/>
                </a:solidFill>
              </a:defRPr>
            </a:defPPr>
            <a:lvl1pPr>
              <a:defRPr sz="2550" b="1">
                <a:solidFill>
                  <a:srgbClr val="16324F"/>
                </a:solidFill>
              </a:defRPr>
            </a:lvl1pPr>
            <a:lvl2pPr>
              <a:defRPr sz="2550" b="1">
                <a:solidFill>
                  <a:srgbClr val="16324F"/>
                </a:solidFill>
              </a:defRPr>
            </a:lvl2pPr>
            <a:lvl3pPr>
              <a:defRPr sz="2550" b="1">
                <a:solidFill>
                  <a:srgbClr val="16324F"/>
                </a:solidFill>
              </a:defRPr>
            </a:lvl3pPr>
            <a:lvl4pPr>
              <a:defRPr sz="2550" b="1">
                <a:solidFill>
                  <a:srgbClr val="16324F"/>
                </a:solidFill>
              </a:defRPr>
            </a:lvl4pPr>
            <a:lvl5pPr>
              <a:defRPr sz="2550" b="1">
                <a:solidFill>
                  <a:srgbClr val="16324F"/>
                </a:solidFill>
              </a:defRPr>
            </a:lvl5pPr>
            <a:lvl6pPr>
              <a:defRPr sz="2550" b="1">
                <a:solidFill>
                  <a:srgbClr val="16324F"/>
                </a:solidFill>
              </a:defRPr>
            </a:lvl6pPr>
            <a:lvl7pPr>
              <a:defRPr sz="2550" b="1">
                <a:solidFill>
                  <a:srgbClr val="16324F"/>
                </a:solidFill>
              </a:defRPr>
            </a:lvl7pPr>
            <a:lvl8pPr>
              <a:defRPr sz="2550" b="1">
                <a:solidFill>
                  <a:srgbClr val="16324F"/>
                </a:solidFill>
              </a:defRPr>
            </a:lvl8pPr>
            <a:lvl9pPr>
              <a:defRPr sz="25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Permutaciones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CB6AC-E41A-4E27-A11C-2E5B86D9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6F7C"/>
                </a:solidFill>
              </a:defRPr>
            </a:defPPr>
            <a:lvl1pPr>
              <a:defRPr sz="1350" b="0">
                <a:solidFill>
                  <a:srgbClr val="5C6F7C"/>
                </a:solidFill>
              </a:defRPr>
            </a:lvl1pPr>
            <a:lvl2pPr>
              <a:defRPr sz="1350" b="0">
                <a:solidFill>
                  <a:srgbClr val="5C6F7C"/>
                </a:solidFill>
              </a:defRPr>
            </a:lvl2pPr>
            <a:lvl3pPr>
              <a:defRPr sz="1350" b="0">
                <a:solidFill>
                  <a:srgbClr val="5C6F7C"/>
                </a:solidFill>
              </a:defRPr>
            </a:lvl3pPr>
            <a:lvl4pPr>
              <a:defRPr sz="1350" b="0">
                <a:solidFill>
                  <a:srgbClr val="5C6F7C"/>
                </a:solidFill>
              </a:defRPr>
            </a:lvl4pPr>
            <a:lvl5pPr>
              <a:defRPr sz="1350" b="0">
                <a:solidFill>
                  <a:srgbClr val="5C6F7C"/>
                </a:solidFill>
              </a:defRPr>
            </a:lvl5pPr>
            <a:lvl6pPr>
              <a:defRPr sz="1350" b="0">
                <a:solidFill>
                  <a:srgbClr val="5C6F7C"/>
                </a:solidFill>
              </a:defRPr>
            </a:lvl6pPr>
            <a:lvl7pPr>
              <a:defRPr sz="1350" b="0">
                <a:solidFill>
                  <a:srgbClr val="5C6F7C"/>
                </a:solidFill>
              </a:defRPr>
            </a:lvl7pPr>
            <a:lvl8pPr>
              <a:defRPr sz="1350" b="0">
                <a:solidFill>
                  <a:srgbClr val="5C6F7C"/>
                </a:solidFill>
              </a:defRPr>
            </a:lvl8pPr>
            <a:lvl9pPr>
              <a:defRPr sz="1350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C"/>
                </a:solidFill>
              </a:defRPr>
            </a:pPr>
            <a:r>
              <a:rPr sz="1350" b="0">
                <a:solidFill>
                  <a:srgbClr val="5C6F7C"/>
                </a:solidFill>
              </a:rPr>
              <a:t>El orden cambia el resultado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55E2C-0DCF-4AD3-8474-5099FE3D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A0815-D1B3-41A8-8C16-2F02F990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7C83"/>
                </a:solidFill>
              </a:defRPr>
            </a:defPPr>
            <a:lvl1pPr>
              <a:defRPr sz="1500" b="1">
                <a:solidFill>
                  <a:srgbClr val="007C83"/>
                </a:solidFill>
              </a:defRPr>
            </a:lvl1pPr>
            <a:lvl2pPr>
              <a:defRPr sz="1500" b="1">
                <a:solidFill>
                  <a:srgbClr val="007C83"/>
                </a:solidFill>
              </a:defRPr>
            </a:lvl2pPr>
            <a:lvl3pPr>
              <a:defRPr sz="1500" b="1">
                <a:solidFill>
                  <a:srgbClr val="007C83"/>
                </a:solidFill>
              </a:defRPr>
            </a:lvl3pPr>
            <a:lvl4pPr>
              <a:defRPr sz="1500" b="1">
                <a:solidFill>
                  <a:srgbClr val="007C83"/>
                </a:solidFill>
              </a:defRPr>
            </a:lvl4pPr>
            <a:lvl5pPr>
              <a:defRPr sz="1500" b="1">
                <a:solidFill>
                  <a:srgbClr val="007C83"/>
                </a:solidFill>
              </a:defRPr>
            </a:lvl5pPr>
            <a:lvl6pPr>
              <a:defRPr sz="1500" b="1">
                <a:solidFill>
                  <a:srgbClr val="007C83"/>
                </a:solidFill>
              </a:defRPr>
            </a:lvl6pPr>
            <a:lvl7pPr>
              <a:defRPr sz="1500" b="1">
                <a:solidFill>
                  <a:srgbClr val="007C83"/>
                </a:solidFill>
              </a:defRPr>
            </a:lvl7pPr>
            <a:lvl8pPr>
              <a:defRPr sz="1500" b="1">
                <a:solidFill>
                  <a:srgbClr val="007C83"/>
                </a:solidFill>
              </a:defRPr>
            </a:lvl8pPr>
            <a:lvl9pPr>
              <a:defRPr sz="1500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7C83"/>
                </a:solidFill>
              </a:defRPr>
            </a:pPr>
            <a:r>
              <a:rPr sz="1500" b="1">
                <a:solidFill>
                  <a:srgbClr val="007C83"/>
                </a:solidFill>
              </a:rPr>
              <a:t>Fórmula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396D1-EAC3-4C4F-A5AB-31D1DF2F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6845B"/>
                </a:solidFill>
              </a:defRPr>
            </a:defPPr>
            <a:lvl1pPr>
              <a:defRPr sz="2250" b="1">
                <a:solidFill>
                  <a:srgbClr val="16845B"/>
                </a:solidFill>
              </a:defRPr>
            </a:lvl1pPr>
            <a:lvl2pPr>
              <a:defRPr sz="2250" b="1">
                <a:solidFill>
                  <a:srgbClr val="16845B"/>
                </a:solidFill>
              </a:defRPr>
            </a:lvl2pPr>
            <a:lvl3pPr>
              <a:defRPr sz="2250" b="1">
                <a:solidFill>
                  <a:srgbClr val="16845B"/>
                </a:solidFill>
              </a:defRPr>
            </a:lvl3pPr>
            <a:lvl4pPr>
              <a:defRPr sz="2250" b="1">
                <a:solidFill>
                  <a:srgbClr val="16845B"/>
                </a:solidFill>
              </a:defRPr>
            </a:lvl4pPr>
            <a:lvl5pPr>
              <a:defRPr sz="2250" b="1">
                <a:solidFill>
                  <a:srgbClr val="16845B"/>
                </a:solidFill>
              </a:defRPr>
            </a:lvl5pPr>
            <a:lvl6pPr>
              <a:defRPr sz="2250" b="1">
                <a:solidFill>
                  <a:srgbClr val="16845B"/>
                </a:solidFill>
              </a:defRPr>
            </a:lvl6pPr>
            <a:lvl7pPr>
              <a:defRPr sz="2250" b="1">
                <a:solidFill>
                  <a:srgbClr val="16845B"/>
                </a:solidFill>
              </a:defRPr>
            </a:lvl7pPr>
            <a:lvl8pPr>
              <a:defRPr sz="2250" b="1">
                <a:solidFill>
                  <a:srgbClr val="16845B"/>
                </a:solidFill>
              </a:defRPr>
            </a:lvl8pPr>
            <a:lvl9pPr>
              <a:defRPr sz="2250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6845B"/>
                </a:solidFill>
              </a:defRPr>
            </a:pPr>
            <a:r>
              <a:rPr sz="2250" b="1">
                <a:solidFill>
                  <a:srgbClr val="16845B"/>
                </a:solidFill>
              </a:rPr>
              <a:t>P(n,r) = n! / (n−r)!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31FBE-560D-435B-8A2B-DB44CC23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7C83"/>
                </a:solidFill>
              </a:defRPr>
            </a:defPPr>
            <a:lvl1pPr>
              <a:defRPr sz="1500" b="1">
                <a:solidFill>
                  <a:srgbClr val="007C83"/>
                </a:solidFill>
              </a:defRPr>
            </a:lvl1pPr>
            <a:lvl2pPr>
              <a:defRPr sz="1500" b="1">
                <a:solidFill>
                  <a:srgbClr val="007C83"/>
                </a:solidFill>
              </a:defRPr>
            </a:lvl2pPr>
            <a:lvl3pPr>
              <a:defRPr sz="1500" b="1">
                <a:solidFill>
                  <a:srgbClr val="007C83"/>
                </a:solidFill>
              </a:defRPr>
            </a:lvl3pPr>
            <a:lvl4pPr>
              <a:defRPr sz="1500" b="1">
                <a:solidFill>
                  <a:srgbClr val="007C83"/>
                </a:solidFill>
              </a:defRPr>
            </a:lvl4pPr>
            <a:lvl5pPr>
              <a:defRPr sz="1500" b="1">
                <a:solidFill>
                  <a:srgbClr val="007C83"/>
                </a:solidFill>
              </a:defRPr>
            </a:lvl5pPr>
            <a:lvl6pPr>
              <a:defRPr sz="1500" b="1">
                <a:solidFill>
                  <a:srgbClr val="007C83"/>
                </a:solidFill>
              </a:defRPr>
            </a:lvl6pPr>
            <a:lvl7pPr>
              <a:defRPr sz="1500" b="1">
                <a:solidFill>
                  <a:srgbClr val="007C83"/>
                </a:solidFill>
              </a:defRPr>
            </a:lvl7pPr>
            <a:lvl8pPr>
              <a:defRPr sz="1500" b="1">
                <a:solidFill>
                  <a:srgbClr val="007C83"/>
                </a:solidFill>
              </a:defRPr>
            </a:lvl8pPr>
            <a:lvl9pPr>
              <a:defRPr sz="1500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7C83"/>
                </a:solidFill>
              </a:defRPr>
            </a:pPr>
            <a:r>
              <a:rPr sz="1500" b="1">
                <a:solidFill>
                  <a:srgbClr val="007C83"/>
                </a:solidFill>
              </a:rPr>
              <a:t>Situación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00F42C-E21A-40C5-9210-1B1B2B6E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6324F"/>
                </a:solidFill>
              </a:defRPr>
            </a:defPPr>
            <a:lvl1pPr>
              <a:defRPr sz="1650" b="1">
                <a:solidFill>
                  <a:srgbClr val="16324F"/>
                </a:solidFill>
              </a:defRPr>
            </a:lvl1pPr>
            <a:lvl2pPr>
              <a:defRPr sz="1650" b="1">
                <a:solidFill>
                  <a:srgbClr val="16324F"/>
                </a:solidFill>
              </a:defRPr>
            </a:lvl2pPr>
            <a:lvl3pPr>
              <a:defRPr sz="1650" b="1">
                <a:solidFill>
                  <a:srgbClr val="16324F"/>
                </a:solidFill>
              </a:defRPr>
            </a:lvl3pPr>
            <a:lvl4pPr>
              <a:defRPr sz="1650" b="1">
                <a:solidFill>
                  <a:srgbClr val="16324F"/>
                </a:solidFill>
              </a:defRPr>
            </a:lvl4pPr>
            <a:lvl5pPr>
              <a:defRPr sz="1650" b="1">
                <a:solidFill>
                  <a:srgbClr val="16324F"/>
                </a:solidFill>
              </a:defRPr>
            </a:lvl5pPr>
            <a:lvl6pPr>
              <a:defRPr sz="1650" b="1">
                <a:solidFill>
                  <a:srgbClr val="16324F"/>
                </a:solidFill>
              </a:defRPr>
            </a:lvl6pPr>
            <a:lvl7pPr>
              <a:defRPr sz="1650" b="1">
                <a:solidFill>
                  <a:srgbClr val="16324F"/>
                </a:solidFill>
              </a:defRPr>
            </a:lvl7pPr>
            <a:lvl8pPr>
              <a:defRPr sz="1650" b="1">
                <a:solidFill>
                  <a:srgbClr val="16324F"/>
                </a:solidFill>
              </a:defRPr>
            </a:lvl8pPr>
            <a:lvl9pPr>
              <a:defRPr sz="16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De 6 estudiantes se eligen presidente, secretario y tesorero.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053CB-65F9-45B3-AA73-2EB8F5DB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6F7C"/>
                </a:solidFill>
              </a:defRPr>
            </a:defPPr>
            <a:lvl1pPr>
              <a:defRPr sz="1350" b="0">
                <a:solidFill>
                  <a:srgbClr val="5C6F7C"/>
                </a:solidFill>
              </a:defRPr>
            </a:lvl1pPr>
            <a:lvl2pPr>
              <a:defRPr sz="1350" b="0">
                <a:solidFill>
                  <a:srgbClr val="5C6F7C"/>
                </a:solidFill>
              </a:defRPr>
            </a:lvl2pPr>
            <a:lvl3pPr>
              <a:defRPr sz="1350" b="0">
                <a:solidFill>
                  <a:srgbClr val="5C6F7C"/>
                </a:solidFill>
              </a:defRPr>
            </a:lvl3pPr>
            <a:lvl4pPr>
              <a:defRPr sz="1350" b="0">
                <a:solidFill>
                  <a:srgbClr val="5C6F7C"/>
                </a:solidFill>
              </a:defRPr>
            </a:lvl4pPr>
            <a:lvl5pPr>
              <a:defRPr sz="1350" b="0">
                <a:solidFill>
                  <a:srgbClr val="5C6F7C"/>
                </a:solidFill>
              </a:defRPr>
            </a:lvl5pPr>
            <a:lvl6pPr>
              <a:defRPr sz="1350" b="0">
                <a:solidFill>
                  <a:srgbClr val="5C6F7C"/>
                </a:solidFill>
              </a:defRPr>
            </a:lvl6pPr>
            <a:lvl7pPr>
              <a:defRPr sz="1350" b="0">
                <a:solidFill>
                  <a:srgbClr val="5C6F7C"/>
                </a:solidFill>
              </a:defRPr>
            </a:lvl7pPr>
            <a:lvl8pPr>
              <a:defRPr sz="1350" b="0">
                <a:solidFill>
                  <a:srgbClr val="5C6F7C"/>
                </a:solidFill>
              </a:defRPr>
            </a:lvl8pPr>
            <a:lvl9pPr>
              <a:defRPr sz="1350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C"/>
                </a:solidFill>
              </a:defRPr>
            </a:pPr>
            <a:r>
              <a:rPr sz="1350" b="0">
                <a:solidFill>
                  <a:srgbClr val="5C6F7C"/>
                </a:solidFill>
              </a:rPr>
              <a:t>Los cargos son diferentes, por lo que el orden importa.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09AD94-AF34-4E55-AC1F-233C4FDD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4333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9525">
            <a:solidFill>
              <a:srgbClr val="1684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47A111-EBA9-49E1-ABC6-D2EBC8F4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366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6845B"/>
                </a:solidFill>
              </a:defRPr>
            </a:defPPr>
            <a:lvl1pPr>
              <a:defRPr sz="1650" b="1">
                <a:solidFill>
                  <a:srgbClr val="16845B"/>
                </a:solidFill>
              </a:defRPr>
            </a:lvl1pPr>
            <a:lvl2pPr>
              <a:defRPr sz="1650" b="1">
                <a:solidFill>
                  <a:srgbClr val="16845B"/>
                </a:solidFill>
              </a:defRPr>
            </a:lvl2pPr>
            <a:lvl3pPr>
              <a:defRPr sz="1650" b="1">
                <a:solidFill>
                  <a:srgbClr val="16845B"/>
                </a:solidFill>
              </a:defRPr>
            </a:lvl3pPr>
            <a:lvl4pPr>
              <a:defRPr sz="1650" b="1">
                <a:solidFill>
                  <a:srgbClr val="16845B"/>
                </a:solidFill>
              </a:defRPr>
            </a:lvl4pPr>
            <a:lvl5pPr>
              <a:defRPr sz="1650" b="1">
                <a:solidFill>
                  <a:srgbClr val="16845B"/>
                </a:solidFill>
              </a:defRPr>
            </a:lvl5pPr>
            <a:lvl6pPr>
              <a:defRPr sz="1650" b="1">
                <a:solidFill>
                  <a:srgbClr val="16845B"/>
                </a:solidFill>
              </a:defRPr>
            </a:lvl6pPr>
            <a:lvl7pPr>
              <a:defRPr sz="1650" b="1">
                <a:solidFill>
                  <a:srgbClr val="16845B"/>
                </a:solidFill>
              </a:defRPr>
            </a:lvl7pPr>
            <a:lvl8pPr>
              <a:defRPr sz="1650" b="1">
                <a:solidFill>
                  <a:srgbClr val="16845B"/>
                </a:solidFill>
              </a:defRPr>
            </a:lvl8pPr>
            <a:lvl9pPr>
              <a:defRPr sz="1650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6845B"/>
                </a:solidFill>
              </a:defRPr>
            </a:pPr>
            <a:r>
              <a:rPr sz="1650" b="1">
                <a:solidFill>
                  <a:srgbClr val="16845B"/>
                </a:solidFill>
              </a:rPr>
              <a:t>n = 6     r =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FE066-F472-484D-9079-C3001194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90875"/>
            <a:ext cx="3667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324F"/>
                </a:solidFill>
              </a:defRPr>
            </a:defPPr>
            <a:lvl1pPr>
              <a:defRPr sz="2100" b="1">
                <a:solidFill>
                  <a:srgbClr val="16324F"/>
                </a:solidFill>
              </a:defRPr>
            </a:lvl1pPr>
            <a:lvl2pPr>
              <a:defRPr sz="2100" b="1">
                <a:solidFill>
                  <a:srgbClr val="16324F"/>
                </a:solidFill>
              </a:defRPr>
            </a:lvl2pPr>
            <a:lvl3pPr>
              <a:defRPr sz="2100" b="1">
                <a:solidFill>
                  <a:srgbClr val="16324F"/>
                </a:solidFill>
              </a:defRPr>
            </a:lvl3pPr>
            <a:lvl4pPr>
              <a:defRPr sz="2100" b="1">
                <a:solidFill>
                  <a:srgbClr val="16324F"/>
                </a:solidFill>
              </a:defRPr>
            </a:lvl4pPr>
            <a:lvl5pPr>
              <a:defRPr sz="2100" b="1">
                <a:solidFill>
                  <a:srgbClr val="16324F"/>
                </a:solidFill>
              </a:defRPr>
            </a:lvl5pPr>
            <a:lvl6pPr>
              <a:defRPr sz="2100" b="1">
                <a:solidFill>
                  <a:srgbClr val="16324F"/>
                </a:solidFill>
              </a:defRPr>
            </a:lvl6pPr>
            <a:lvl7pPr>
              <a:defRPr sz="2100" b="1">
                <a:solidFill>
                  <a:srgbClr val="16324F"/>
                </a:solidFill>
              </a:defRPr>
            </a:lvl7pPr>
            <a:lvl8pPr>
              <a:defRPr sz="2100" b="1">
                <a:solidFill>
                  <a:srgbClr val="16324F"/>
                </a:solidFill>
              </a:defRPr>
            </a:lvl8pPr>
            <a:lvl9pPr>
              <a:defRPr sz="210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324F"/>
                </a:solidFill>
              </a:defRPr>
            </a:pPr>
            <a:r>
              <a:rPr sz="2100" b="1">
                <a:solidFill>
                  <a:srgbClr val="16324F"/>
                </a:solidFill>
              </a:rPr>
              <a:t>P(6,3) = 6! / 3!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03246B-7722-437B-A178-347B6759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52875"/>
            <a:ext cx="3667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6845B"/>
                </a:solidFill>
              </a:defRPr>
            </a:defPPr>
            <a:lvl1pPr>
              <a:defRPr sz="2250" b="1">
                <a:solidFill>
                  <a:srgbClr val="16845B"/>
                </a:solidFill>
              </a:defRPr>
            </a:lvl1pPr>
            <a:lvl2pPr>
              <a:defRPr sz="2250" b="1">
                <a:solidFill>
                  <a:srgbClr val="16845B"/>
                </a:solidFill>
              </a:defRPr>
            </a:lvl2pPr>
            <a:lvl3pPr>
              <a:defRPr sz="2250" b="1">
                <a:solidFill>
                  <a:srgbClr val="16845B"/>
                </a:solidFill>
              </a:defRPr>
            </a:lvl3pPr>
            <a:lvl4pPr>
              <a:defRPr sz="2250" b="1">
                <a:solidFill>
                  <a:srgbClr val="16845B"/>
                </a:solidFill>
              </a:defRPr>
            </a:lvl4pPr>
            <a:lvl5pPr>
              <a:defRPr sz="2250" b="1">
                <a:solidFill>
                  <a:srgbClr val="16845B"/>
                </a:solidFill>
              </a:defRPr>
            </a:lvl5pPr>
            <a:lvl6pPr>
              <a:defRPr sz="2250" b="1">
                <a:solidFill>
                  <a:srgbClr val="16845B"/>
                </a:solidFill>
              </a:defRPr>
            </a:lvl6pPr>
            <a:lvl7pPr>
              <a:defRPr sz="2250" b="1">
                <a:solidFill>
                  <a:srgbClr val="16845B"/>
                </a:solidFill>
              </a:defRPr>
            </a:lvl7pPr>
            <a:lvl8pPr>
              <a:defRPr sz="2250" b="1">
                <a:solidFill>
                  <a:srgbClr val="16845B"/>
                </a:solidFill>
              </a:defRPr>
            </a:lvl8pPr>
            <a:lvl9pPr>
              <a:defRPr sz="2250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6845B"/>
                </a:solidFill>
              </a:defRPr>
            </a:pPr>
            <a:r>
              <a:rPr sz="2250" b="1">
                <a:solidFill>
                  <a:srgbClr val="16845B"/>
                </a:solidFill>
              </a:rPr>
              <a:t>6 × 5 × 4 = 120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EC3104-20CA-4EDB-919E-0E10F19F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86300"/>
            <a:ext cx="3667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845B"/>
                </a:solidFill>
              </a:defRPr>
            </a:defPPr>
            <a:lvl1pPr>
              <a:defRPr sz="1500" b="1">
                <a:solidFill>
                  <a:srgbClr val="16845B"/>
                </a:solidFill>
              </a:defRPr>
            </a:lvl1pPr>
            <a:lvl2pPr>
              <a:defRPr sz="1500" b="1">
                <a:solidFill>
                  <a:srgbClr val="16845B"/>
                </a:solidFill>
              </a:defRPr>
            </a:lvl2pPr>
            <a:lvl3pPr>
              <a:defRPr sz="1500" b="1">
                <a:solidFill>
                  <a:srgbClr val="16845B"/>
                </a:solidFill>
              </a:defRPr>
            </a:lvl3pPr>
            <a:lvl4pPr>
              <a:defRPr sz="1500" b="1">
                <a:solidFill>
                  <a:srgbClr val="16845B"/>
                </a:solidFill>
              </a:defRPr>
            </a:lvl4pPr>
            <a:lvl5pPr>
              <a:defRPr sz="1500" b="1">
                <a:solidFill>
                  <a:srgbClr val="16845B"/>
                </a:solidFill>
              </a:defRPr>
            </a:lvl5pPr>
            <a:lvl6pPr>
              <a:defRPr sz="1500" b="1">
                <a:solidFill>
                  <a:srgbClr val="16845B"/>
                </a:solidFill>
              </a:defRPr>
            </a:lvl6pPr>
            <a:lvl7pPr>
              <a:defRPr sz="1500" b="1">
                <a:solidFill>
                  <a:srgbClr val="16845B"/>
                </a:solidFill>
              </a:defRPr>
            </a:lvl7pPr>
            <a:lvl8pPr>
              <a:defRPr sz="1500" b="1">
                <a:solidFill>
                  <a:srgbClr val="16845B"/>
                </a:solidFill>
              </a:defRPr>
            </a:lvl8pPr>
            <a:lvl9pPr>
              <a:defRPr sz="1500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845B"/>
                </a:solidFill>
              </a:defRPr>
            </a:pPr>
            <a:r>
              <a:rPr sz="1500" b="1">
                <a:solidFill>
                  <a:srgbClr val="16845B"/>
                </a:solidFill>
              </a:rPr>
              <a:t>120 asignaciones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EADA8D-9E7B-42E9-8BBE-8EC8AE21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845B"/>
                </a:solidFill>
              </a:defRPr>
            </a:defPPr>
            <a:lvl1pPr>
              <a:defRPr sz="825" b="1">
                <a:solidFill>
                  <a:srgbClr val="16845B"/>
                </a:solidFill>
              </a:defRPr>
            </a:lvl1pPr>
            <a:lvl2pPr>
              <a:defRPr sz="825" b="1">
                <a:solidFill>
                  <a:srgbClr val="16845B"/>
                </a:solidFill>
              </a:defRPr>
            </a:lvl2pPr>
            <a:lvl3pPr>
              <a:defRPr sz="825" b="1">
                <a:solidFill>
                  <a:srgbClr val="16845B"/>
                </a:solidFill>
              </a:defRPr>
            </a:lvl3pPr>
            <a:lvl4pPr>
              <a:defRPr sz="825" b="1">
                <a:solidFill>
                  <a:srgbClr val="16845B"/>
                </a:solidFill>
              </a:defRPr>
            </a:lvl4pPr>
            <a:lvl5pPr>
              <a:defRPr sz="825" b="1">
                <a:solidFill>
                  <a:srgbClr val="16845B"/>
                </a:solidFill>
              </a:defRPr>
            </a:lvl5pPr>
            <a:lvl6pPr>
              <a:defRPr sz="825" b="1">
                <a:solidFill>
                  <a:srgbClr val="16845B"/>
                </a:solidFill>
              </a:defRPr>
            </a:lvl6pPr>
            <a:lvl7pPr>
              <a:defRPr sz="825" b="1">
                <a:solidFill>
                  <a:srgbClr val="16845B"/>
                </a:solidFill>
              </a:defRPr>
            </a:lvl7pPr>
            <a:lvl8pPr>
              <a:defRPr sz="825" b="1">
                <a:solidFill>
                  <a:srgbClr val="16845B"/>
                </a:solidFill>
              </a:defRPr>
            </a:lvl8pPr>
            <a:lvl9pPr>
              <a:defRPr sz="825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845B"/>
                </a:solidFill>
              </a:defRPr>
            </a:pPr>
            <a:r>
              <a:rPr sz="825" b="1">
                <a:solidFill>
                  <a:srgbClr val="16845B"/>
                </a:solidFill>
              </a:rPr>
              <a:t>VERSIÓN DOCENTE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6B16C5-CED1-4BE4-801E-D1C2C01F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5C6F7C"/>
                </a:solidFill>
              </a:defRPr>
            </a:defPPr>
            <a:lvl1pPr>
              <a:defRPr sz="825" b="1">
                <a:solidFill>
                  <a:srgbClr val="5C6F7C"/>
                </a:solidFill>
              </a:defRPr>
            </a:lvl1pPr>
            <a:lvl2pPr>
              <a:defRPr sz="825" b="1">
                <a:solidFill>
                  <a:srgbClr val="5C6F7C"/>
                </a:solidFill>
              </a:defRPr>
            </a:lvl2pPr>
            <a:lvl3pPr>
              <a:defRPr sz="825" b="1">
                <a:solidFill>
                  <a:srgbClr val="5C6F7C"/>
                </a:solidFill>
              </a:defRPr>
            </a:lvl3pPr>
            <a:lvl4pPr>
              <a:defRPr sz="825" b="1">
                <a:solidFill>
                  <a:srgbClr val="5C6F7C"/>
                </a:solidFill>
              </a:defRPr>
            </a:lvl4pPr>
            <a:lvl5pPr>
              <a:defRPr sz="825" b="1">
                <a:solidFill>
                  <a:srgbClr val="5C6F7C"/>
                </a:solidFill>
              </a:defRPr>
            </a:lvl5pPr>
            <a:lvl6pPr>
              <a:defRPr sz="825" b="1">
                <a:solidFill>
                  <a:srgbClr val="5C6F7C"/>
                </a:solidFill>
              </a:defRPr>
            </a:lvl6pPr>
            <a:lvl7pPr>
              <a:defRPr sz="825" b="1">
                <a:solidFill>
                  <a:srgbClr val="5C6F7C"/>
                </a:solidFill>
              </a:defRPr>
            </a:lvl7pPr>
            <a:lvl8pPr>
              <a:defRPr sz="825" b="1">
                <a:solidFill>
                  <a:srgbClr val="5C6F7C"/>
                </a:solidFill>
              </a:defRPr>
            </a:lvl8pPr>
            <a:lvl9pPr>
              <a:defRPr sz="825" b="1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5C6F7C"/>
                </a:solidFill>
              </a:defRPr>
            </a:pPr>
            <a:r>
              <a:rPr sz="825" b="1">
                <a:solidFill>
                  <a:srgbClr val="5C6F7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015335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998124-44D2-4960-AC08-612051A4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7C83"/>
                </a:solidFill>
              </a:defRPr>
            </a:defPPr>
            <a:lvl1pPr>
              <a:defRPr sz="1200" b="1">
                <a:solidFill>
                  <a:srgbClr val="007C83"/>
                </a:solidFill>
              </a:defRPr>
            </a:lvl1pPr>
            <a:lvl2pPr>
              <a:defRPr sz="1200" b="1">
                <a:solidFill>
                  <a:srgbClr val="007C83"/>
                </a:solidFill>
              </a:defRPr>
            </a:lvl2pPr>
            <a:lvl3pPr>
              <a:defRPr sz="1200" b="1">
                <a:solidFill>
                  <a:srgbClr val="007C83"/>
                </a:solidFill>
              </a:defRPr>
            </a:lvl3pPr>
            <a:lvl4pPr>
              <a:defRPr sz="1200" b="1">
                <a:solidFill>
                  <a:srgbClr val="007C83"/>
                </a:solidFill>
              </a:defRPr>
            </a:lvl4pPr>
            <a:lvl5pPr>
              <a:defRPr sz="1200" b="1">
                <a:solidFill>
                  <a:srgbClr val="007C83"/>
                </a:solidFill>
              </a:defRPr>
            </a:lvl5pPr>
            <a:lvl6pPr>
              <a:defRPr sz="1200" b="1">
                <a:solidFill>
                  <a:srgbClr val="007C83"/>
                </a:solidFill>
              </a:defRPr>
            </a:lvl6pPr>
            <a:lvl7pPr>
              <a:defRPr sz="1200" b="1">
                <a:solidFill>
                  <a:srgbClr val="007C83"/>
                </a:solidFill>
              </a:defRPr>
            </a:lvl7pPr>
            <a:lvl8pPr>
              <a:defRPr sz="1200" b="1">
                <a:solidFill>
                  <a:srgbClr val="007C83"/>
                </a:solidFill>
              </a:defRPr>
            </a:lvl8pPr>
            <a:lvl9pPr>
              <a:defRPr sz="1200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7C83"/>
                </a:solidFill>
              </a:defRPr>
            </a:pPr>
            <a:r>
              <a:rPr sz="1200" b="1">
                <a:solidFill>
                  <a:srgbClr val="007C83"/>
                </a:solidFill>
              </a:rPr>
              <a:t>2.4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0851B-A1F1-4504-A5A3-E489C2B4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24F"/>
                </a:solidFill>
              </a:defRPr>
            </a:defPPr>
            <a:lvl1pPr>
              <a:defRPr sz="2550" b="1">
                <a:solidFill>
                  <a:srgbClr val="16324F"/>
                </a:solidFill>
              </a:defRPr>
            </a:lvl1pPr>
            <a:lvl2pPr>
              <a:defRPr sz="2550" b="1">
                <a:solidFill>
                  <a:srgbClr val="16324F"/>
                </a:solidFill>
              </a:defRPr>
            </a:lvl2pPr>
            <a:lvl3pPr>
              <a:defRPr sz="2550" b="1">
                <a:solidFill>
                  <a:srgbClr val="16324F"/>
                </a:solidFill>
              </a:defRPr>
            </a:lvl3pPr>
            <a:lvl4pPr>
              <a:defRPr sz="2550" b="1">
                <a:solidFill>
                  <a:srgbClr val="16324F"/>
                </a:solidFill>
              </a:defRPr>
            </a:lvl4pPr>
            <a:lvl5pPr>
              <a:defRPr sz="2550" b="1">
                <a:solidFill>
                  <a:srgbClr val="16324F"/>
                </a:solidFill>
              </a:defRPr>
            </a:lvl5pPr>
            <a:lvl6pPr>
              <a:defRPr sz="2550" b="1">
                <a:solidFill>
                  <a:srgbClr val="16324F"/>
                </a:solidFill>
              </a:defRPr>
            </a:lvl6pPr>
            <a:lvl7pPr>
              <a:defRPr sz="2550" b="1">
                <a:solidFill>
                  <a:srgbClr val="16324F"/>
                </a:solidFill>
              </a:defRPr>
            </a:lvl7pPr>
            <a:lvl8pPr>
              <a:defRPr sz="2550" b="1">
                <a:solidFill>
                  <a:srgbClr val="16324F"/>
                </a:solidFill>
              </a:defRPr>
            </a:lvl8pPr>
            <a:lvl9pPr>
              <a:defRPr sz="25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Combinaciones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910DE-A820-48A4-8844-23C31CF6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6F7C"/>
                </a:solidFill>
              </a:defRPr>
            </a:defPPr>
            <a:lvl1pPr>
              <a:defRPr sz="1350" b="0">
                <a:solidFill>
                  <a:srgbClr val="5C6F7C"/>
                </a:solidFill>
              </a:defRPr>
            </a:lvl1pPr>
            <a:lvl2pPr>
              <a:defRPr sz="1350" b="0">
                <a:solidFill>
                  <a:srgbClr val="5C6F7C"/>
                </a:solidFill>
              </a:defRPr>
            </a:lvl2pPr>
            <a:lvl3pPr>
              <a:defRPr sz="1350" b="0">
                <a:solidFill>
                  <a:srgbClr val="5C6F7C"/>
                </a:solidFill>
              </a:defRPr>
            </a:lvl3pPr>
            <a:lvl4pPr>
              <a:defRPr sz="1350" b="0">
                <a:solidFill>
                  <a:srgbClr val="5C6F7C"/>
                </a:solidFill>
              </a:defRPr>
            </a:lvl4pPr>
            <a:lvl5pPr>
              <a:defRPr sz="1350" b="0">
                <a:solidFill>
                  <a:srgbClr val="5C6F7C"/>
                </a:solidFill>
              </a:defRPr>
            </a:lvl5pPr>
            <a:lvl6pPr>
              <a:defRPr sz="1350" b="0">
                <a:solidFill>
                  <a:srgbClr val="5C6F7C"/>
                </a:solidFill>
              </a:defRPr>
            </a:lvl6pPr>
            <a:lvl7pPr>
              <a:defRPr sz="1350" b="0">
                <a:solidFill>
                  <a:srgbClr val="5C6F7C"/>
                </a:solidFill>
              </a:defRPr>
            </a:lvl7pPr>
            <a:lvl8pPr>
              <a:defRPr sz="1350" b="0">
                <a:solidFill>
                  <a:srgbClr val="5C6F7C"/>
                </a:solidFill>
              </a:defRPr>
            </a:lvl8pPr>
            <a:lvl9pPr>
              <a:defRPr sz="1350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C"/>
                </a:solidFill>
              </a:defRPr>
            </a:pPr>
            <a:r>
              <a:rPr sz="1350" b="0">
                <a:solidFill>
                  <a:srgbClr val="5C6F7C"/>
                </a:solidFill>
              </a:rPr>
              <a:t>El grupo elegido importa, pero su orden no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8B0E1-7C53-4251-BDD3-E6707AE8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17F72-E36F-4EA0-B82A-7A135D74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7C83"/>
                </a:solidFill>
              </a:defRPr>
            </a:defPPr>
            <a:lvl1pPr>
              <a:defRPr sz="1500" b="1">
                <a:solidFill>
                  <a:srgbClr val="007C83"/>
                </a:solidFill>
              </a:defRPr>
            </a:lvl1pPr>
            <a:lvl2pPr>
              <a:defRPr sz="1500" b="1">
                <a:solidFill>
                  <a:srgbClr val="007C83"/>
                </a:solidFill>
              </a:defRPr>
            </a:lvl2pPr>
            <a:lvl3pPr>
              <a:defRPr sz="1500" b="1">
                <a:solidFill>
                  <a:srgbClr val="007C83"/>
                </a:solidFill>
              </a:defRPr>
            </a:lvl3pPr>
            <a:lvl4pPr>
              <a:defRPr sz="1500" b="1">
                <a:solidFill>
                  <a:srgbClr val="007C83"/>
                </a:solidFill>
              </a:defRPr>
            </a:lvl4pPr>
            <a:lvl5pPr>
              <a:defRPr sz="1500" b="1">
                <a:solidFill>
                  <a:srgbClr val="007C83"/>
                </a:solidFill>
              </a:defRPr>
            </a:lvl5pPr>
            <a:lvl6pPr>
              <a:defRPr sz="1500" b="1">
                <a:solidFill>
                  <a:srgbClr val="007C83"/>
                </a:solidFill>
              </a:defRPr>
            </a:lvl6pPr>
            <a:lvl7pPr>
              <a:defRPr sz="1500" b="1">
                <a:solidFill>
                  <a:srgbClr val="007C83"/>
                </a:solidFill>
              </a:defRPr>
            </a:lvl7pPr>
            <a:lvl8pPr>
              <a:defRPr sz="1500" b="1">
                <a:solidFill>
                  <a:srgbClr val="007C83"/>
                </a:solidFill>
              </a:defRPr>
            </a:lvl8pPr>
            <a:lvl9pPr>
              <a:defRPr sz="1500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7C83"/>
                </a:solidFill>
              </a:defRPr>
            </a:pPr>
            <a:r>
              <a:rPr sz="1500" b="1">
                <a:solidFill>
                  <a:srgbClr val="007C83"/>
                </a:solidFill>
              </a:rPr>
              <a:t>Fórmula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83EDC-1C5C-4BD1-8EC1-A449815F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6845B"/>
                </a:solidFill>
              </a:defRPr>
            </a:defPPr>
            <a:lvl1pPr>
              <a:defRPr sz="2250" b="1">
                <a:solidFill>
                  <a:srgbClr val="16845B"/>
                </a:solidFill>
              </a:defRPr>
            </a:lvl1pPr>
            <a:lvl2pPr>
              <a:defRPr sz="2250" b="1">
                <a:solidFill>
                  <a:srgbClr val="16845B"/>
                </a:solidFill>
              </a:defRPr>
            </a:lvl2pPr>
            <a:lvl3pPr>
              <a:defRPr sz="2250" b="1">
                <a:solidFill>
                  <a:srgbClr val="16845B"/>
                </a:solidFill>
              </a:defRPr>
            </a:lvl3pPr>
            <a:lvl4pPr>
              <a:defRPr sz="2250" b="1">
                <a:solidFill>
                  <a:srgbClr val="16845B"/>
                </a:solidFill>
              </a:defRPr>
            </a:lvl4pPr>
            <a:lvl5pPr>
              <a:defRPr sz="2250" b="1">
                <a:solidFill>
                  <a:srgbClr val="16845B"/>
                </a:solidFill>
              </a:defRPr>
            </a:lvl5pPr>
            <a:lvl6pPr>
              <a:defRPr sz="2250" b="1">
                <a:solidFill>
                  <a:srgbClr val="16845B"/>
                </a:solidFill>
              </a:defRPr>
            </a:lvl6pPr>
            <a:lvl7pPr>
              <a:defRPr sz="2250" b="1">
                <a:solidFill>
                  <a:srgbClr val="16845B"/>
                </a:solidFill>
              </a:defRPr>
            </a:lvl7pPr>
            <a:lvl8pPr>
              <a:defRPr sz="2250" b="1">
                <a:solidFill>
                  <a:srgbClr val="16845B"/>
                </a:solidFill>
              </a:defRPr>
            </a:lvl8pPr>
            <a:lvl9pPr>
              <a:defRPr sz="2250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6845B"/>
                </a:solidFill>
              </a:defRPr>
            </a:pPr>
            <a:r>
              <a:rPr sz="2250" b="1">
                <a:solidFill>
                  <a:srgbClr val="16845B"/>
                </a:solidFill>
              </a:rPr>
              <a:t>C(n,r) = n! / [r!(n−r)!]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52B72-C85A-4DE5-A0B9-45D56B15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7C83"/>
                </a:solidFill>
              </a:defRPr>
            </a:defPPr>
            <a:lvl1pPr>
              <a:defRPr sz="1500" b="1">
                <a:solidFill>
                  <a:srgbClr val="007C83"/>
                </a:solidFill>
              </a:defRPr>
            </a:lvl1pPr>
            <a:lvl2pPr>
              <a:defRPr sz="1500" b="1">
                <a:solidFill>
                  <a:srgbClr val="007C83"/>
                </a:solidFill>
              </a:defRPr>
            </a:lvl2pPr>
            <a:lvl3pPr>
              <a:defRPr sz="1500" b="1">
                <a:solidFill>
                  <a:srgbClr val="007C83"/>
                </a:solidFill>
              </a:defRPr>
            </a:lvl3pPr>
            <a:lvl4pPr>
              <a:defRPr sz="1500" b="1">
                <a:solidFill>
                  <a:srgbClr val="007C83"/>
                </a:solidFill>
              </a:defRPr>
            </a:lvl4pPr>
            <a:lvl5pPr>
              <a:defRPr sz="1500" b="1">
                <a:solidFill>
                  <a:srgbClr val="007C83"/>
                </a:solidFill>
              </a:defRPr>
            </a:lvl5pPr>
            <a:lvl6pPr>
              <a:defRPr sz="1500" b="1">
                <a:solidFill>
                  <a:srgbClr val="007C83"/>
                </a:solidFill>
              </a:defRPr>
            </a:lvl6pPr>
            <a:lvl7pPr>
              <a:defRPr sz="1500" b="1">
                <a:solidFill>
                  <a:srgbClr val="007C83"/>
                </a:solidFill>
              </a:defRPr>
            </a:lvl7pPr>
            <a:lvl8pPr>
              <a:defRPr sz="1500" b="1">
                <a:solidFill>
                  <a:srgbClr val="007C83"/>
                </a:solidFill>
              </a:defRPr>
            </a:lvl8pPr>
            <a:lvl9pPr>
              <a:defRPr sz="1500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7C83"/>
                </a:solidFill>
              </a:defRPr>
            </a:pPr>
            <a:r>
              <a:rPr sz="1500" b="1">
                <a:solidFill>
                  <a:srgbClr val="007C83"/>
                </a:solidFill>
              </a:rPr>
              <a:t>Situación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8D0E4-7396-4E5A-96C4-051ED7F9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6324F"/>
                </a:solidFill>
              </a:defRPr>
            </a:defPPr>
            <a:lvl1pPr>
              <a:defRPr sz="1650" b="1">
                <a:solidFill>
                  <a:srgbClr val="16324F"/>
                </a:solidFill>
              </a:defRPr>
            </a:lvl1pPr>
            <a:lvl2pPr>
              <a:defRPr sz="1650" b="1">
                <a:solidFill>
                  <a:srgbClr val="16324F"/>
                </a:solidFill>
              </a:defRPr>
            </a:lvl2pPr>
            <a:lvl3pPr>
              <a:defRPr sz="1650" b="1">
                <a:solidFill>
                  <a:srgbClr val="16324F"/>
                </a:solidFill>
              </a:defRPr>
            </a:lvl3pPr>
            <a:lvl4pPr>
              <a:defRPr sz="1650" b="1">
                <a:solidFill>
                  <a:srgbClr val="16324F"/>
                </a:solidFill>
              </a:defRPr>
            </a:lvl4pPr>
            <a:lvl5pPr>
              <a:defRPr sz="1650" b="1">
                <a:solidFill>
                  <a:srgbClr val="16324F"/>
                </a:solidFill>
              </a:defRPr>
            </a:lvl5pPr>
            <a:lvl6pPr>
              <a:defRPr sz="1650" b="1">
                <a:solidFill>
                  <a:srgbClr val="16324F"/>
                </a:solidFill>
              </a:defRPr>
            </a:lvl6pPr>
            <a:lvl7pPr>
              <a:defRPr sz="1650" b="1">
                <a:solidFill>
                  <a:srgbClr val="16324F"/>
                </a:solidFill>
              </a:defRPr>
            </a:lvl7pPr>
            <a:lvl8pPr>
              <a:defRPr sz="1650" b="1">
                <a:solidFill>
                  <a:srgbClr val="16324F"/>
                </a:solidFill>
              </a:defRPr>
            </a:lvl8pPr>
            <a:lvl9pPr>
              <a:defRPr sz="16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De 10 piezas se seleccionan 3 para una inspección de calidad.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F2642-55BE-487A-AF63-D524CC92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6F7C"/>
                </a:solidFill>
              </a:defRPr>
            </a:defPPr>
            <a:lvl1pPr>
              <a:defRPr sz="1350" b="0">
                <a:solidFill>
                  <a:srgbClr val="5C6F7C"/>
                </a:solidFill>
              </a:defRPr>
            </a:lvl1pPr>
            <a:lvl2pPr>
              <a:defRPr sz="1350" b="0">
                <a:solidFill>
                  <a:srgbClr val="5C6F7C"/>
                </a:solidFill>
              </a:defRPr>
            </a:lvl2pPr>
            <a:lvl3pPr>
              <a:defRPr sz="1350" b="0">
                <a:solidFill>
                  <a:srgbClr val="5C6F7C"/>
                </a:solidFill>
              </a:defRPr>
            </a:lvl3pPr>
            <a:lvl4pPr>
              <a:defRPr sz="1350" b="0">
                <a:solidFill>
                  <a:srgbClr val="5C6F7C"/>
                </a:solidFill>
              </a:defRPr>
            </a:lvl4pPr>
            <a:lvl5pPr>
              <a:defRPr sz="1350" b="0">
                <a:solidFill>
                  <a:srgbClr val="5C6F7C"/>
                </a:solidFill>
              </a:defRPr>
            </a:lvl5pPr>
            <a:lvl6pPr>
              <a:defRPr sz="1350" b="0">
                <a:solidFill>
                  <a:srgbClr val="5C6F7C"/>
                </a:solidFill>
              </a:defRPr>
            </a:lvl6pPr>
            <a:lvl7pPr>
              <a:defRPr sz="1350" b="0">
                <a:solidFill>
                  <a:srgbClr val="5C6F7C"/>
                </a:solidFill>
              </a:defRPr>
            </a:lvl7pPr>
            <a:lvl8pPr>
              <a:defRPr sz="1350" b="0">
                <a:solidFill>
                  <a:srgbClr val="5C6F7C"/>
                </a:solidFill>
              </a:defRPr>
            </a:lvl8pPr>
            <a:lvl9pPr>
              <a:defRPr sz="1350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C"/>
                </a:solidFill>
              </a:defRPr>
            </a:pPr>
            <a:r>
              <a:rPr sz="1350" b="0">
                <a:solidFill>
                  <a:srgbClr val="5C6F7C"/>
                </a:solidFill>
              </a:rPr>
              <a:t>El orden de selección no modifica el grupo inspeccionado.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0C5D7-8EAA-41DD-BFE7-C6B1E390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4333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9525">
            <a:solidFill>
              <a:srgbClr val="1684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D14E2-50C3-48B9-AC1C-AE9F1E29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366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6845B"/>
                </a:solidFill>
              </a:defRPr>
            </a:defPPr>
            <a:lvl1pPr>
              <a:defRPr sz="1650" b="1">
                <a:solidFill>
                  <a:srgbClr val="16845B"/>
                </a:solidFill>
              </a:defRPr>
            </a:lvl1pPr>
            <a:lvl2pPr>
              <a:defRPr sz="1650" b="1">
                <a:solidFill>
                  <a:srgbClr val="16845B"/>
                </a:solidFill>
              </a:defRPr>
            </a:lvl2pPr>
            <a:lvl3pPr>
              <a:defRPr sz="1650" b="1">
                <a:solidFill>
                  <a:srgbClr val="16845B"/>
                </a:solidFill>
              </a:defRPr>
            </a:lvl3pPr>
            <a:lvl4pPr>
              <a:defRPr sz="1650" b="1">
                <a:solidFill>
                  <a:srgbClr val="16845B"/>
                </a:solidFill>
              </a:defRPr>
            </a:lvl4pPr>
            <a:lvl5pPr>
              <a:defRPr sz="1650" b="1">
                <a:solidFill>
                  <a:srgbClr val="16845B"/>
                </a:solidFill>
              </a:defRPr>
            </a:lvl5pPr>
            <a:lvl6pPr>
              <a:defRPr sz="1650" b="1">
                <a:solidFill>
                  <a:srgbClr val="16845B"/>
                </a:solidFill>
              </a:defRPr>
            </a:lvl6pPr>
            <a:lvl7pPr>
              <a:defRPr sz="1650" b="1">
                <a:solidFill>
                  <a:srgbClr val="16845B"/>
                </a:solidFill>
              </a:defRPr>
            </a:lvl7pPr>
            <a:lvl8pPr>
              <a:defRPr sz="1650" b="1">
                <a:solidFill>
                  <a:srgbClr val="16845B"/>
                </a:solidFill>
              </a:defRPr>
            </a:lvl8pPr>
            <a:lvl9pPr>
              <a:defRPr sz="1650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6845B"/>
                </a:solidFill>
              </a:defRPr>
            </a:pPr>
            <a:r>
              <a:rPr sz="1650" b="1">
                <a:solidFill>
                  <a:srgbClr val="16845B"/>
                </a:solidFill>
              </a:rPr>
              <a:t>n = 10     r =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B834F3-753D-4510-A55C-FE5A86B0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90875"/>
            <a:ext cx="3857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324F"/>
                </a:solidFill>
              </a:defRPr>
            </a:defPPr>
            <a:lvl1pPr>
              <a:defRPr sz="1875" b="1">
                <a:solidFill>
                  <a:srgbClr val="16324F"/>
                </a:solidFill>
              </a:defRPr>
            </a:lvl1pPr>
            <a:lvl2pPr>
              <a:defRPr sz="1875" b="1">
                <a:solidFill>
                  <a:srgbClr val="16324F"/>
                </a:solidFill>
              </a:defRPr>
            </a:lvl2pPr>
            <a:lvl3pPr>
              <a:defRPr sz="1875" b="1">
                <a:solidFill>
                  <a:srgbClr val="16324F"/>
                </a:solidFill>
              </a:defRPr>
            </a:lvl3pPr>
            <a:lvl4pPr>
              <a:defRPr sz="1875" b="1">
                <a:solidFill>
                  <a:srgbClr val="16324F"/>
                </a:solidFill>
              </a:defRPr>
            </a:lvl4pPr>
            <a:lvl5pPr>
              <a:defRPr sz="1875" b="1">
                <a:solidFill>
                  <a:srgbClr val="16324F"/>
                </a:solidFill>
              </a:defRPr>
            </a:lvl5pPr>
            <a:lvl6pPr>
              <a:defRPr sz="1875" b="1">
                <a:solidFill>
                  <a:srgbClr val="16324F"/>
                </a:solidFill>
              </a:defRPr>
            </a:lvl6pPr>
            <a:lvl7pPr>
              <a:defRPr sz="1875" b="1">
                <a:solidFill>
                  <a:srgbClr val="16324F"/>
                </a:solidFill>
              </a:defRPr>
            </a:lvl7pPr>
            <a:lvl8pPr>
              <a:defRPr sz="1875" b="1">
                <a:solidFill>
                  <a:srgbClr val="16324F"/>
                </a:solidFill>
              </a:defRPr>
            </a:lvl8pPr>
            <a:lvl9pPr>
              <a:defRPr sz="187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324F"/>
                </a:solidFill>
              </a:defRPr>
            </a:pPr>
            <a:r>
              <a:rPr sz="1875" b="1">
                <a:solidFill>
                  <a:srgbClr val="16324F"/>
                </a:solidFill>
              </a:rPr>
              <a:t>C(10,3) = 10! / (3!7!)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69E6B7-62AB-4F37-BF10-29F2EFF7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05250"/>
            <a:ext cx="404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6845B"/>
                </a:solidFill>
              </a:defRPr>
            </a:defPPr>
            <a:lvl1pPr>
              <a:defRPr sz="1725" b="1">
                <a:solidFill>
                  <a:srgbClr val="16845B"/>
                </a:solidFill>
              </a:defRPr>
            </a:lvl1pPr>
            <a:lvl2pPr>
              <a:defRPr sz="1725" b="1">
                <a:solidFill>
                  <a:srgbClr val="16845B"/>
                </a:solidFill>
              </a:defRPr>
            </a:lvl2pPr>
            <a:lvl3pPr>
              <a:defRPr sz="1725" b="1">
                <a:solidFill>
                  <a:srgbClr val="16845B"/>
                </a:solidFill>
              </a:defRPr>
            </a:lvl3pPr>
            <a:lvl4pPr>
              <a:defRPr sz="1725" b="1">
                <a:solidFill>
                  <a:srgbClr val="16845B"/>
                </a:solidFill>
              </a:defRPr>
            </a:lvl4pPr>
            <a:lvl5pPr>
              <a:defRPr sz="1725" b="1">
                <a:solidFill>
                  <a:srgbClr val="16845B"/>
                </a:solidFill>
              </a:defRPr>
            </a:lvl5pPr>
            <a:lvl6pPr>
              <a:defRPr sz="1725" b="1">
                <a:solidFill>
                  <a:srgbClr val="16845B"/>
                </a:solidFill>
              </a:defRPr>
            </a:lvl6pPr>
            <a:lvl7pPr>
              <a:defRPr sz="1725" b="1">
                <a:solidFill>
                  <a:srgbClr val="16845B"/>
                </a:solidFill>
              </a:defRPr>
            </a:lvl7pPr>
            <a:lvl8pPr>
              <a:defRPr sz="1725" b="1">
                <a:solidFill>
                  <a:srgbClr val="16845B"/>
                </a:solidFill>
              </a:defRPr>
            </a:lvl8pPr>
            <a:lvl9pPr>
              <a:defRPr sz="1725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6845B"/>
                </a:solidFill>
              </a:defRPr>
            </a:pPr>
            <a:r>
              <a:rPr sz="1725" b="1">
                <a:solidFill>
                  <a:srgbClr val="16845B"/>
                </a:solidFill>
              </a:rPr>
              <a:t>(10 × 9 × 8) / (3 × 2 × 1)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AE714-9A14-4147-B1A9-ABBEFB85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86300"/>
            <a:ext cx="3667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6845B"/>
                </a:solidFill>
              </a:defRPr>
            </a:defPPr>
            <a:lvl1pPr>
              <a:defRPr sz="1575" b="1">
                <a:solidFill>
                  <a:srgbClr val="16845B"/>
                </a:solidFill>
              </a:defRPr>
            </a:lvl1pPr>
            <a:lvl2pPr>
              <a:defRPr sz="1575" b="1">
                <a:solidFill>
                  <a:srgbClr val="16845B"/>
                </a:solidFill>
              </a:defRPr>
            </a:lvl2pPr>
            <a:lvl3pPr>
              <a:defRPr sz="1575" b="1">
                <a:solidFill>
                  <a:srgbClr val="16845B"/>
                </a:solidFill>
              </a:defRPr>
            </a:lvl3pPr>
            <a:lvl4pPr>
              <a:defRPr sz="1575" b="1">
                <a:solidFill>
                  <a:srgbClr val="16845B"/>
                </a:solidFill>
              </a:defRPr>
            </a:lvl4pPr>
            <a:lvl5pPr>
              <a:defRPr sz="1575" b="1">
                <a:solidFill>
                  <a:srgbClr val="16845B"/>
                </a:solidFill>
              </a:defRPr>
            </a:lvl5pPr>
            <a:lvl6pPr>
              <a:defRPr sz="1575" b="1">
                <a:solidFill>
                  <a:srgbClr val="16845B"/>
                </a:solidFill>
              </a:defRPr>
            </a:lvl6pPr>
            <a:lvl7pPr>
              <a:defRPr sz="1575" b="1">
                <a:solidFill>
                  <a:srgbClr val="16845B"/>
                </a:solidFill>
              </a:defRPr>
            </a:lvl7pPr>
            <a:lvl8pPr>
              <a:defRPr sz="1575" b="1">
                <a:solidFill>
                  <a:srgbClr val="16845B"/>
                </a:solidFill>
              </a:defRPr>
            </a:lvl8pPr>
            <a:lvl9pPr>
              <a:defRPr sz="1575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6845B"/>
                </a:solidFill>
              </a:defRPr>
            </a:pPr>
            <a:r>
              <a:rPr sz="1575" b="1">
                <a:solidFill>
                  <a:srgbClr val="16845B"/>
                </a:solidFill>
              </a:rPr>
              <a:t>120 grupos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85A5D0-69BE-41A2-A6C9-4631C971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845B"/>
                </a:solidFill>
              </a:defRPr>
            </a:defPPr>
            <a:lvl1pPr>
              <a:defRPr sz="825" b="1">
                <a:solidFill>
                  <a:srgbClr val="16845B"/>
                </a:solidFill>
              </a:defRPr>
            </a:lvl1pPr>
            <a:lvl2pPr>
              <a:defRPr sz="825" b="1">
                <a:solidFill>
                  <a:srgbClr val="16845B"/>
                </a:solidFill>
              </a:defRPr>
            </a:lvl2pPr>
            <a:lvl3pPr>
              <a:defRPr sz="825" b="1">
                <a:solidFill>
                  <a:srgbClr val="16845B"/>
                </a:solidFill>
              </a:defRPr>
            </a:lvl3pPr>
            <a:lvl4pPr>
              <a:defRPr sz="825" b="1">
                <a:solidFill>
                  <a:srgbClr val="16845B"/>
                </a:solidFill>
              </a:defRPr>
            </a:lvl4pPr>
            <a:lvl5pPr>
              <a:defRPr sz="825" b="1">
                <a:solidFill>
                  <a:srgbClr val="16845B"/>
                </a:solidFill>
              </a:defRPr>
            </a:lvl5pPr>
            <a:lvl6pPr>
              <a:defRPr sz="825" b="1">
                <a:solidFill>
                  <a:srgbClr val="16845B"/>
                </a:solidFill>
              </a:defRPr>
            </a:lvl6pPr>
            <a:lvl7pPr>
              <a:defRPr sz="825" b="1">
                <a:solidFill>
                  <a:srgbClr val="16845B"/>
                </a:solidFill>
              </a:defRPr>
            </a:lvl7pPr>
            <a:lvl8pPr>
              <a:defRPr sz="825" b="1">
                <a:solidFill>
                  <a:srgbClr val="16845B"/>
                </a:solidFill>
              </a:defRPr>
            </a:lvl8pPr>
            <a:lvl9pPr>
              <a:defRPr sz="825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845B"/>
                </a:solidFill>
              </a:defRPr>
            </a:pPr>
            <a:r>
              <a:rPr sz="825" b="1">
                <a:solidFill>
                  <a:srgbClr val="16845B"/>
                </a:solidFill>
              </a:rPr>
              <a:t>VERSIÓN DOCENTE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C3B7CB-F486-4DB6-B066-6BB06A7A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5C6F7C"/>
                </a:solidFill>
              </a:defRPr>
            </a:defPPr>
            <a:lvl1pPr>
              <a:defRPr sz="825" b="1">
                <a:solidFill>
                  <a:srgbClr val="5C6F7C"/>
                </a:solidFill>
              </a:defRPr>
            </a:lvl1pPr>
            <a:lvl2pPr>
              <a:defRPr sz="825" b="1">
                <a:solidFill>
                  <a:srgbClr val="5C6F7C"/>
                </a:solidFill>
              </a:defRPr>
            </a:lvl2pPr>
            <a:lvl3pPr>
              <a:defRPr sz="825" b="1">
                <a:solidFill>
                  <a:srgbClr val="5C6F7C"/>
                </a:solidFill>
              </a:defRPr>
            </a:lvl3pPr>
            <a:lvl4pPr>
              <a:defRPr sz="825" b="1">
                <a:solidFill>
                  <a:srgbClr val="5C6F7C"/>
                </a:solidFill>
              </a:defRPr>
            </a:lvl4pPr>
            <a:lvl5pPr>
              <a:defRPr sz="825" b="1">
                <a:solidFill>
                  <a:srgbClr val="5C6F7C"/>
                </a:solidFill>
              </a:defRPr>
            </a:lvl5pPr>
            <a:lvl6pPr>
              <a:defRPr sz="825" b="1">
                <a:solidFill>
                  <a:srgbClr val="5C6F7C"/>
                </a:solidFill>
              </a:defRPr>
            </a:lvl6pPr>
            <a:lvl7pPr>
              <a:defRPr sz="825" b="1">
                <a:solidFill>
                  <a:srgbClr val="5C6F7C"/>
                </a:solidFill>
              </a:defRPr>
            </a:lvl7pPr>
            <a:lvl8pPr>
              <a:defRPr sz="825" b="1">
                <a:solidFill>
                  <a:srgbClr val="5C6F7C"/>
                </a:solidFill>
              </a:defRPr>
            </a:lvl8pPr>
            <a:lvl9pPr>
              <a:defRPr sz="825" b="1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5C6F7C"/>
                </a:solidFill>
              </a:defRPr>
            </a:pPr>
            <a:r>
              <a:rPr sz="825" b="1">
                <a:solidFill>
                  <a:srgbClr val="5C6F7C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297235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FE4B30-EA24-468B-BDB5-7C02F347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7C83"/>
                </a:solidFill>
              </a:defRPr>
            </a:defPPr>
            <a:lvl1pPr>
              <a:defRPr sz="1200" b="1">
                <a:solidFill>
                  <a:srgbClr val="007C83"/>
                </a:solidFill>
              </a:defRPr>
            </a:lvl1pPr>
            <a:lvl2pPr>
              <a:defRPr sz="1200" b="1">
                <a:solidFill>
                  <a:srgbClr val="007C83"/>
                </a:solidFill>
              </a:defRPr>
            </a:lvl2pPr>
            <a:lvl3pPr>
              <a:defRPr sz="1200" b="1">
                <a:solidFill>
                  <a:srgbClr val="007C83"/>
                </a:solidFill>
              </a:defRPr>
            </a:lvl3pPr>
            <a:lvl4pPr>
              <a:defRPr sz="1200" b="1">
                <a:solidFill>
                  <a:srgbClr val="007C83"/>
                </a:solidFill>
              </a:defRPr>
            </a:lvl4pPr>
            <a:lvl5pPr>
              <a:defRPr sz="1200" b="1">
                <a:solidFill>
                  <a:srgbClr val="007C83"/>
                </a:solidFill>
              </a:defRPr>
            </a:lvl5pPr>
            <a:lvl6pPr>
              <a:defRPr sz="1200" b="1">
                <a:solidFill>
                  <a:srgbClr val="007C83"/>
                </a:solidFill>
              </a:defRPr>
            </a:lvl6pPr>
            <a:lvl7pPr>
              <a:defRPr sz="1200" b="1">
                <a:solidFill>
                  <a:srgbClr val="007C83"/>
                </a:solidFill>
              </a:defRPr>
            </a:lvl7pPr>
            <a:lvl8pPr>
              <a:defRPr sz="1200" b="1">
                <a:solidFill>
                  <a:srgbClr val="007C83"/>
                </a:solidFill>
              </a:defRPr>
            </a:lvl8pPr>
            <a:lvl9pPr>
              <a:defRPr sz="1200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7C83"/>
                </a:solidFill>
              </a:defRPr>
            </a:pPr>
            <a:r>
              <a:rPr sz="1200" b="1">
                <a:solidFill>
                  <a:srgbClr val="007C83"/>
                </a:solidFill>
              </a:rPr>
              <a:t>2.4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22D06-C6CD-4F84-B8EB-EEE8E1A8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24F"/>
                </a:solidFill>
              </a:defRPr>
            </a:defPPr>
            <a:lvl1pPr>
              <a:defRPr sz="2550" b="1">
                <a:solidFill>
                  <a:srgbClr val="16324F"/>
                </a:solidFill>
              </a:defRPr>
            </a:lvl1pPr>
            <a:lvl2pPr>
              <a:defRPr sz="2550" b="1">
                <a:solidFill>
                  <a:srgbClr val="16324F"/>
                </a:solidFill>
              </a:defRPr>
            </a:lvl2pPr>
            <a:lvl3pPr>
              <a:defRPr sz="2550" b="1">
                <a:solidFill>
                  <a:srgbClr val="16324F"/>
                </a:solidFill>
              </a:defRPr>
            </a:lvl3pPr>
            <a:lvl4pPr>
              <a:defRPr sz="2550" b="1">
                <a:solidFill>
                  <a:srgbClr val="16324F"/>
                </a:solidFill>
              </a:defRPr>
            </a:lvl4pPr>
            <a:lvl5pPr>
              <a:defRPr sz="2550" b="1">
                <a:solidFill>
                  <a:srgbClr val="16324F"/>
                </a:solidFill>
              </a:defRPr>
            </a:lvl5pPr>
            <a:lvl6pPr>
              <a:defRPr sz="2550" b="1">
                <a:solidFill>
                  <a:srgbClr val="16324F"/>
                </a:solidFill>
              </a:defRPr>
            </a:lvl6pPr>
            <a:lvl7pPr>
              <a:defRPr sz="2550" b="1">
                <a:solidFill>
                  <a:srgbClr val="16324F"/>
                </a:solidFill>
              </a:defRPr>
            </a:lvl7pPr>
            <a:lvl8pPr>
              <a:defRPr sz="2550" b="1">
                <a:solidFill>
                  <a:srgbClr val="16324F"/>
                </a:solidFill>
              </a:defRPr>
            </a:lvl8pPr>
            <a:lvl9pPr>
              <a:defRPr sz="25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Selección del método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A47A6-C145-4BA0-87B3-7F9B0AD8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6F7C"/>
                </a:solidFill>
              </a:defRPr>
            </a:defPPr>
            <a:lvl1pPr>
              <a:defRPr sz="1350" b="0">
                <a:solidFill>
                  <a:srgbClr val="5C6F7C"/>
                </a:solidFill>
              </a:defRPr>
            </a:lvl1pPr>
            <a:lvl2pPr>
              <a:defRPr sz="1350" b="0">
                <a:solidFill>
                  <a:srgbClr val="5C6F7C"/>
                </a:solidFill>
              </a:defRPr>
            </a:lvl2pPr>
            <a:lvl3pPr>
              <a:defRPr sz="1350" b="0">
                <a:solidFill>
                  <a:srgbClr val="5C6F7C"/>
                </a:solidFill>
              </a:defRPr>
            </a:lvl3pPr>
            <a:lvl4pPr>
              <a:defRPr sz="1350" b="0">
                <a:solidFill>
                  <a:srgbClr val="5C6F7C"/>
                </a:solidFill>
              </a:defRPr>
            </a:lvl4pPr>
            <a:lvl5pPr>
              <a:defRPr sz="1350" b="0">
                <a:solidFill>
                  <a:srgbClr val="5C6F7C"/>
                </a:solidFill>
              </a:defRPr>
            </a:lvl5pPr>
            <a:lvl6pPr>
              <a:defRPr sz="1350" b="0">
                <a:solidFill>
                  <a:srgbClr val="5C6F7C"/>
                </a:solidFill>
              </a:defRPr>
            </a:lvl6pPr>
            <a:lvl7pPr>
              <a:defRPr sz="1350" b="0">
                <a:solidFill>
                  <a:srgbClr val="5C6F7C"/>
                </a:solidFill>
              </a:defRPr>
            </a:lvl7pPr>
            <a:lvl8pPr>
              <a:defRPr sz="1350" b="0">
                <a:solidFill>
                  <a:srgbClr val="5C6F7C"/>
                </a:solidFill>
              </a:defRPr>
            </a:lvl8pPr>
            <a:lvl9pPr>
              <a:defRPr sz="1350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C"/>
                </a:solidFill>
              </a:defRPr>
            </a:pPr>
            <a:r>
              <a:rPr sz="1350" b="0">
                <a:solidFill>
                  <a:srgbClr val="5C6F7C"/>
                </a:solidFill>
              </a:rPr>
              <a:t>La pregunta clave es si cambiar el orden produce otro resultado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FDDB1-3721-4EF5-8C9F-839C0068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82245-3705-435E-8442-B660C8C9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6324F"/>
                </a:solidFill>
              </a:defRPr>
            </a:defPPr>
            <a:lvl1pPr>
              <a:defRPr sz="2250" b="1">
                <a:solidFill>
                  <a:srgbClr val="16324F"/>
                </a:solidFill>
              </a:defRPr>
            </a:lvl1pPr>
            <a:lvl2pPr>
              <a:defRPr sz="2250" b="1">
                <a:solidFill>
                  <a:srgbClr val="16324F"/>
                </a:solidFill>
              </a:defRPr>
            </a:lvl2pPr>
            <a:lvl3pPr>
              <a:defRPr sz="2250" b="1">
                <a:solidFill>
                  <a:srgbClr val="16324F"/>
                </a:solidFill>
              </a:defRPr>
            </a:lvl3pPr>
            <a:lvl4pPr>
              <a:defRPr sz="2250" b="1">
                <a:solidFill>
                  <a:srgbClr val="16324F"/>
                </a:solidFill>
              </a:defRPr>
            </a:lvl4pPr>
            <a:lvl5pPr>
              <a:defRPr sz="2250" b="1">
                <a:solidFill>
                  <a:srgbClr val="16324F"/>
                </a:solidFill>
              </a:defRPr>
            </a:lvl5pPr>
            <a:lvl6pPr>
              <a:defRPr sz="2250" b="1">
                <a:solidFill>
                  <a:srgbClr val="16324F"/>
                </a:solidFill>
              </a:defRPr>
            </a:lvl6pPr>
            <a:lvl7pPr>
              <a:defRPr sz="2250" b="1">
                <a:solidFill>
                  <a:srgbClr val="16324F"/>
                </a:solidFill>
              </a:defRPr>
            </a:lvl7pPr>
            <a:lvl8pPr>
              <a:defRPr sz="2250" b="1">
                <a:solidFill>
                  <a:srgbClr val="16324F"/>
                </a:solidFill>
              </a:defRPr>
            </a:lvl8pPr>
            <a:lvl9pPr>
              <a:defRPr sz="22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6324F"/>
                </a:solidFill>
              </a:defRPr>
            </a:pPr>
            <a:r>
              <a:rPr sz="2250" b="1">
                <a:solidFill>
                  <a:srgbClr val="16324F"/>
                </a:solidFill>
              </a:rPr>
              <a:t>¿Importa el orden?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22DB8-6F64-4967-86BE-62E7915F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34290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9F2F2"/>
          </a:solidFill>
          <a:ln xmlns:a="http://schemas.openxmlformats.org/drawingml/2006/main" w="9525">
            <a:solidFill>
              <a:srgbClr val="007C8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218E86-D442-4632-B67D-2EBDBE81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194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7C83"/>
                </a:solidFill>
              </a:defRPr>
            </a:defPPr>
            <a:lvl1pPr>
              <a:defRPr sz="1800" b="1">
                <a:solidFill>
                  <a:srgbClr val="007C83"/>
                </a:solidFill>
              </a:defRPr>
            </a:lvl1pPr>
            <a:lvl2pPr>
              <a:defRPr sz="1800" b="1">
                <a:solidFill>
                  <a:srgbClr val="007C83"/>
                </a:solidFill>
              </a:defRPr>
            </a:lvl2pPr>
            <a:lvl3pPr>
              <a:defRPr sz="1800" b="1">
                <a:solidFill>
                  <a:srgbClr val="007C83"/>
                </a:solidFill>
              </a:defRPr>
            </a:lvl3pPr>
            <a:lvl4pPr>
              <a:defRPr sz="1800" b="1">
                <a:solidFill>
                  <a:srgbClr val="007C83"/>
                </a:solidFill>
              </a:defRPr>
            </a:lvl4pPr>
            <a:lvl5pPr>
              <a:defRPr sz="1800" b="1">
                <a:solidFill>
                  <a:srgbClr val="007C83"/>
                </a:solidFill>
              </a:defRPr>
            </a:lvl5pPr>
            <a:lvl6pPr>
              <a:defRPr sz="1800" b="1">
                <a:solidFill>
                  <a:srgbClr val="007C83"/>
                </a:solidFill>
              </a:defRPr>
            </a:lvl6pPr>
            <a:lvl7pPr>
              <a:defRPr sz="1800" b="1">
                <a:solidFill>
                  <a:srgbClr val="007C83"/>
                </a:solidFill>
              </a:defRPr>
            </a:lvl7pPr>
            <a:lvl8pPr>
              <a:defRPr sz="1800" b="1">
                <a:solidFill>
                  <a:srgbClr val="007C83"/>
                </a:solidFill>
              </a:defRPr>
            </a:lvl8pPr>
            <a:lvl9pPr>
              <a:defRPr sz="1800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C83"/>
                </a:solidFill>
              </a:defRPr>
            </a:pPr>
            <a:r>
              <a:rPr sz="1800" b="1">
                <a:solidFill>
                  <a:srgbClr val="007C83"/>
                </a:solidFill>
              </a:rPr>
              <a:t>SÍ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1EC54-5CA2-4BCD-BA7F-9D79893E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1470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6324F"/>
                </a:solidFill>
              </a:defRPr>
            </a:defPPr>
            <a:lvl1pPr>
              <a:defRPr sz="1350" b="1">
                <a:solidFill>
                  <a:srgbClr val="16324F"/>
                </a:solidFill>
              </a:defRPr>
            </a:lvl1pPr>
            <a:lvl2pPr>
              <a:defRPr sz="1350" b="1">
                <a:solidFill>
                  <a:srgbClr val="16324F"/>
                </a:solidFill>
              </a:defRPr>
            </a:lvl2pPr>
            <a:lvl3pPr>
              <a:defRPr sz="1350" b="1">
                <a:solidFill>
                  <a:srgbClr val="16324F"/>
                </a:solidFill>
              </a:defRPr>
            </a:lvl3pPr>
            <a:lvl4pPr>
              <a:defRPr sz="1350" b="1">
                <a:solidFill>
                  <a:srgbClr val="16324F"/>
                </a:solidFill>
              </a:defRPr>
            </a:lvl4pPr>
            <a:lvl5pPr>
              <a:defRPr sz="1350" b="1">
                <a:solidFill>
                  <a:srgbClr val="16324F"/>
                </a:solidFill>
              </a:defRPr>
            </a:lvl5pPr>
            <a:lvl6pPr>
              <a:defRPr sz="1350" b="1">
                <a:solidFill>
                  <a:srgbClr val="16324F"/>
                </a:solidFill>
              </a:defRPr>
            </a:lvl6pPr>
            <a:lvl7pPr>
              <a:defRPr sz="1350" b="1">
                <a:solidFill>
                  <a:srgbClr val="16324F"/>
                </a:solidFill>
              </a:defRPr>
            </a:lvl7pPr>
            <a:lvl8pPr>
              <a:defRPr sz="1350" b="1">
                <a:solidFill>
                  <a:srgbClr val="16324F"/>
                </a:solidFill>
              </a:defRPr>
            </a:lvl8pPr>
            <a:lvl9pPr>
              <a:defRPr sz="13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Permutación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4880A-4FAA-4CFE-AD5A-F66FF5D7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34290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CEFE9"/>
          </a:solidFill>
          <a:ln xmlns:a="http://schemas.openxmlformats.org/drawingml/2006/main" w="9525">
            <a:solidFill>
              <a:srgbClr val="E85D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C1A4F3-4FC8-4DFE-98F8-740DF0B6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624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E85D5D"/>
                </a:solidFill>
              </a:defRPr>
            </a:defPPr>
            <a:lvl1pPr>
              <a:defRPr sz="1800" b="1">
                <a:solidFill>
                  <a:srgbClr val="E85D5D"/>
                </a:solidFill>
              </a:defRPr>
            </a:lvl1pPr>
            <a:lvl2pPr>
              <a:defRPr sz="1800" b="1">
                <a:solidFill>
                  <a:srgbClr val="E85D5D"/>
                </a:solidFill>
              </a:defRPr>
            </a:lvl2pPr>
            <a:lvl3pPr>
              <a:defRPr sz="1800" b="1">
                <a:solidFill>
                  <a:srgbClr val="E85D5D"/>
                </a:solidFill>
              </a:defRPr>
            </a:lvl3pPr>
            <a:lvl4pPr>
              <a:defRPr sz="1800" b="1">
                <a:solidFill>
                  <a:srgbClr val="E85D5D"/>
                </a:solidFill>
              </a:defRPr>
            </a:lvl4pPr>
            <a:lvl5pPr>
              <a:defRPr sz="1800" b="1">
                <a:solidFill>
                  <a:srgbClr val="E85D5D"/>
                </a:solidFill>
              </a:defRPr>
            </a:lvl5pPr>
            <a:lvl6pPr>
              <a:defRPr sz="1800" b="1">
                <a:solidFill>
                  <a:srgbClr val="E85D5D"/>
                </a:solidFill>
              </a:defRPr>
            </a:lvl6pPr>
            <a:lvl7pPr>
              <a:defRPr sz="1800" b="1">
                <a:solidFill>
                  <a:srgbClr val="E85D5D"/>
                </a:solidFill>
              </a:defRPr>
            </a:lvl7pPr>
            <a:lvl8pPr>
              <a:defRPr sz="1800" b="1">
                <a:solidFill>
                  <a:srgbClr val="E85D5D"/>
                </a:solidFill>
              </a:defRPr>
            </a:lvl8pPr>
            <a:lvl9pPr>
              <a:defRPr sz="1800" b="1">
                <a:solidFill>
                  <a:srgbClr val="E85D5D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85D5D"/>
                </a:solidFill>
              </a:defRPr>
            </a:pPr>
            <a:r>
              <a:rPr sz="1800" b="1">
                <a:solidFill>
                  <a:srgbClr val="E85D5D"/>
                </a:solidFill>
              </a:rPr>
              <a:t>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0F8F7-5B5A-433D-8AFC-1DBD1B50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5770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6324F"/>
                </a:solidFill>
              </a:defRPr>
            </a:defPPr>
            <a:lvl1pPr>
              <a:defRPr sz="1350" b="1">
                <a:solidFill>
                  <a:srgbClr val="16324F"/>
                </a:solidFill>
              </a:defRPr>
            </a:lvl1pPr>
            <a:lvl2pPr>
              <a:defRPr sz="1350" b="1">
                <a:solidFill>
                  <a:srgbClr val="16324F"/>
                </a:solidFill>
              </a:defRPr>
            </a:lvl2pPr>
            <a:lvl3pPr>
              <a:defRPr sz="1350" b="1">
                <a:solidFill>
                  <a:srgbClr val="16324F"/>
                </a:solidFill>
              </a:defRPr>
            </a:lvl3pPr>
            <a:lvl4pPr>
              <a:defRPr sz="1350" b="1">
                <a:solidFill>
                  <a:srgbClr val="16324F"/>
                </a:solidFill>
              </a:defRPr>
            </a:lvl4pPr>
            <a:lvl5pPr>
              <a:defRPr sz="1350" b="1">
                <a:solidFill>
                  <a:srgbClr val="16324F"/>
                </a:solidFill>
              </a:defRPr>
            </a:lvl5pPr>
            <a:lvl6pPr>
              <a:defRPr sz="1350" b="1">
                <a:solidFill>
                  <a:srgbClr val="16324F"/>
                </a:solidFill>
              </a:defRPr>
            </a:lvl6pPr>
            <a:lvl7pPr>
              <a:defRPr sz="1350" b="1">
                <a:solidFill>
                  <a:srgbClr val="16324F"/>
                </a:solidFill>
              </a:defRPr>
            </a:lvl7pPr>
            <a:lvl8pPr>
              <a:defRPr sz="1350" b="1">
                <a:solidFill>
                  <a:srgbClr val="16324F"/>
                </a:solidFill>
              </a:defRPr>
            </a:lvl8pPr>
            <a:lvl9pPr>
              <a:defRPr sz="13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Combinación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836EB2-E3C6-4A8A-AEC3-4E53CBBE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431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6324F"/>
                </a:solidFill>
              </a:defRPr>
            </a:defPPr>
            <a:lvl1pPr>
              <a:defRPr sz="1425" b="1">
                <a:solidFill>
                  <a:srgbClr val="16324F"/>
                </a:solidFill>
              </a:defRPr>
            </a:lvl1pPr>
            <a:lvl2pPr>
              <a:defRPr sz="1425" b="1">
                <a:solidFill>
                  <a:srgbClr val="16324F"/>
                </a:solidFill>
              </a:defRPr>
            </a:lvl2pPr>
            <a:lvl3pPr>
              <a:defRPr sz="1425" b="1">
                <a:solidFill>
                  <a:srgbClr val="16324F"/>
                </a:solidFill>
              </a:defRPr>
            </a:lvl3pPr>
            <a:lvl4pPr>
              <a:defRPr sz="1425" b="1">
                <a:solidFill>
                  <a:srgbClr val="16324F"/>
                </a:solidFill>
              </a:defRPr>
            </a:lvl4pPr>
            <a:lvl5pPr>
              <a:defRPr sz="1425" b="1">
                <a:solidFill>
                  <a:srgbClr val="16324F"/>
                </a:solidFill>
              </a:defRPr>
            </a:lvl5pPr>
            <a:lvl6pPr>
              <a:defRPr sz="1425" b="1">
                <a:solidFill>
                  <a:srgbClr val="16324F"/>
                </a:solidFill>
              </a:defRPr>
            </a:lvl6pPr>
            <a:lvl7pPr>
              <a:defRPr sz="1425" b="1">
                <a:solidFill>
                  <a:srgbClr val="16324F"/>
                </a:solidFill>
              </a:defRPr>
            </a:lvl7pPr>
            <a:lvl8pPr>
              <a:defRPr sz="1425" b="1">
                <a:solidFill>
                  <a:srgbClr val="16324F"/>
                </a:solidFill>
              </a:defRPr>
            </a:lvl8pPr>
            <a:lvl9pPr>
              <a:defRPr sz="14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6324F"/>
                </a:solidFill>
              </a:defRPr>
            </a:pPr>
            <a:r>
              <a:rPr sz="1425" b="1">
                <a:solidFill>
                  <a:srgbClr val="16324F"/>
                </a:solidFill>
              </a:rPr>
              <a:t>Código de 4 dígitos distintos elegidos de 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6434AA-306E-4C83-9BEB-243FAFB4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6845B"/>
                </a:solidFill>
              </a:defRPr>
            </a:defPPr>
            <a:lvl1pPr>
              <a:defRPr sz="1350" b="1">
                <a:solidFill>
                  <a:srgbClr val="16845B"/>
                </a:solidFill>
              </a:defRPr>
            </a:lvl1pPr>
            <a:lvl2pPr>
              <a:defRPr sz="1350" b="1">
                <a:solidFill>
                  <a:srgbClr val="16845B"/>
                </a:solidFill>
              </a:defRPr>
            </a:lvl2pPr>
            <a:lvl3pPr>
              <a:defRPr sz="1350" b="1">
                <a:solidFill>
                  <a:srgbClr val="16845B"/>
                </a:solidFill>
              </a:defRPr>
            </a:lvl3pPr>
            <a:lvl4pPr>
              <a:defRPr sz="1350" b="1">
                <a:solidFill>
                  <a:srgbClr val="16845B"/>
                </a:solidFill>
              </a:defRPr>
            </a:lvl4pPr>
            <a:lvl5pPr>
              <a:defRPr sz="1350" b="1">
                <a:solidFill>
                  <a:srgbClr val="16845B"/>
                </a:solidFill>
              </a:defRPr>
            </a:lvl5pPr>
            <a:lvl6pPr>
              <a:defRPr sz="1350" b="1">
                <a:solidFill>
                  <a:srgbClr val="16845B"/>
                </a:solidFill>
              </a:defRPr>
            </a:lvl6pPr>
            <a:lvl7pPr>
              <a:defRPr sz="1350" b="1">
                <a:solidFill>
                  <a:srgbClr val="16845B"/>
                </a:solidFill>
              </a:defRPr>
            </a:lvl7pPr>
            <a:lvl8pPr>
              <a:defRPr sz="1350" b="1">
                <a:solidFill>
                  <a:srgbClr val="16845B"/>
                </a:solidFill>
              </a:defRPr>
            </a:lvl8pPr>
            <a:lvl9pPr>
              <a:defRPr sz="1350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6845B"/>
                </a:solidFill>
              </a:defRPr>
            </a:pPr>
            <a:r>
              <a:rPr sz="1350" b="1">
                <a:solidFill>
                  <a:srgbClr val="16845B"/>
                </a:solidFill>
              </a:rPr>
              <a:t>Permutación: P(10,4) = 5 040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042310-2E1A-43D0-BC64-B6D90824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337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6324F"/>
                </a:solidFill>
              </a:defRPr>
            </a:defPPr>
            <a:lvl1pPr>
              <a:defRPr sz="1425" b="1">
                <a:solidFill>
                  <a:srgbClr val="16324F"/>
                </a:solidFill>
              </a:defRPr>
            </a:lvl1pPr>
            <a:lvl2pPr>
              <a:defRPr sz="1425" b="1">
                <a:solidFill>
                  <a:srgbClr val="16324F"/>
                </a:solidFill>
              </a:defRPr>
            </a:lvl2pPr>
            <a:lvl3pPr>
              <a:defRPr sz="1425" b="1">
                <a:solidFill>
                  <a:srgbClr val="16324F"/>
                </a:solidFill>
              </a:defRPr>
            </a:lvl3pPr>
            <a:lvl4pPr>
              <a:defRPr sz="1425" b="1">
                <a:solidFill>
                  <a:srgbClr val="16324F"/>
                </a:solidFill>
              </a:defRPr>
            </a:lvl4pPr>
            <a:lvl5pPr>
              <a:defRPr sz="1425" b="1">
                <a:solidFill>
                  <a:srgbClr val="16324F"/>
                </a:solidFill>
              </a:defRPr>
            </a:lvl5pPr>
            <a:lvl6pPr>
              <a:defRPr sz="1425" b="1">
                <a:solidFill>
                  <a:srgbClr val="16324F"/>
                </a:solidFill>
              </a:defRPr>
            </a:lvl6pPr>
            <a:lvl7pPr>
              <a:defRPr sz="1425" b="1">
                <a:solidFill>
                  <a:srgbClr val="16324F"/>
                </a:solidFill>
              </a:defRPr>
            </a:lvl7pPr>
            <a:lvl8pPr>
              <a:defRPr sz="1425" b="1">
                <a:solidFill>
                  <a:srgbClr val="16324F"/>
                </a:solidFill>
              </a:defRPr>
            </a:lvl8pPr>
            <a:lvl9pPr>
              <a:defRPr sz="14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6324F"/>
                </a:solidFill>
              </a:defRPr>
            </a:pPr>
            <a:r>
              <a:rPr sz="1425" b="1">
                <a:solidFill>
                  <a:srgbClr val="16324F"/>
                </a:solidFill>
              </a:rPr>
              <a:t>Comité de 4 personas elegido entre 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E721C7-95AC-463B-92D1-4C0A7F26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576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6845B"/>
                </a:solidFill>
              </a:defRPr>
            </a:defPPr>
            <a:lvl1pPr>
              <a:defRPr sz="1350" b="1">
                <a:solidFill>
                  <a:srgbClr val="16845B"/>
                </a:solidFill>
              </a:defRPr>
            </a:lvl1pPr>
            <a:lvl2pPr>
              <a:defRPr sz="1350" b="1">
                <a:solidFill>
                  <a:srgbClr val="16845B"/>
                </a:solidFill>
              </a:defRPr>
            </a:lvl2pPr>
            <a:lvl3pPr>
              <a:defRPr sz="1350" b="1">
                <a:solidFill>
                  <a:srgbClr val="16845B"/>
                </a:solidFill>
              </a:defRPr>
            </a:lvl3pPr>
            <a:lvl4pPr>
              <a:defRPr sz="1350" b="1">
                <a:solidFill>
                  <a:srgbClr val="16845B"/>
                </a:solidFill>
              </a:defRPr>
            </a:lvl4pPr>
            <a:lvl5pPr>
              <a:defRPr sz="1350" b="1">
                <a:solidFill>
                  <a:srgbClr val="16845B"/>
                </a:solidFill>
              </a:defRPr>
            </a:lvl5pPr>
            <a:lvl6pPr>
              <a:defRPr sz="1350" b="1">
                <a:solidFill>
                  <a:srgbClr val="16845B"/>
                </a:solidFill>
              </a:defRPr>
            </a:lvl6pPr>
            <a:lvl7pPr>
              <a:defRPr sz="1350" b="1">
                <a:solidFill>
                  <a:srgbClr val="16845B"/>
                </a:solidFill>
              </a:defRPr>
            </a:lvl7pPr>
            <a:lvl8pPr>
              <a:defRPr sz="1350" b="1">
                <a:solidFill>
                  <a:srgbClr val="16845B"/>
                </a:solidFill>
              </a:defRPr>
            </a:lvl8pPr>
            <a:lvl9pPr>
              <a:defRPr sz="1350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6845B"/>
                </a:solidFill>
              </a:defRPr>
            </a:pPr>
            <a:r>
              <a:rPr sz="1350" b="1">
                <a:solidFill>
                  <a:srgbClr val="16845B"/>
                </a:solidFill>
              </a:rPr>
              <a:t>Combinación: C(12,4) = 495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120C50-4406-431F-8CF2-CD9CD804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2437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6324F"/>
                </a:solidFill>
              </a:defRPr>
            </a:defPPr>
            <a:lvl1pPr>
              <a:defRPr sz="1425" b="1">
                <a:solidFill>
                  <a:srgbClr val="16324F"/>
                </a:solidFill>
              </a:defRPr>
            </a:lvl1pPr>
            <a:lvl2pPr>
              <a:defRPr sz="1425" b="1">
                <a:solidFill>
                  <a:srgbClr val="16324F"/>
                </a:solidFill>
              </a:defRPr>
            </a:lvl2pPr>
            <a:lvl3pPr>
              <a:defRPr sz="1425" b="1">
                <a:solidFill>
                  <a:srgbClr val="16324F"/>
                </a:solidFill>
              </a:defRPr>
            </a:lvl3pPr>
            <a:lvl4pPr>
              <a:defRPr sz="1425" b="1">
                <a:solidFill>
                  <a:srgbClr val="16324F"/>
                </a:solidFill>
              </a:defRPr>
            </a:lvl4pPr>
            <a:lvl5pPr>
              <a:defRPr sz="1425" b="1">
                <a:solidFill>
                  <a:srgbClr val="16324F"/>
                </a:solidFill>
              </a:defRPr>
            </a:lvl5pPr>
            <a:lvl6pPr>
              <a:defRPr sz="1425" b="1">
                <a:solidFill>
                  <a:srgbClr val="16324F"/>
                </a:solidFill>
              </a:defRPr>
            </a:lvl6pPr>
            <a:lvl7pPr>
              <a:defRPr sz="1425" b="1">
                <a:solidFill>
                  <a:srgbClr val="16324F"/>
                </a:solidFill>
              </a:defRPr>
            </a:lvl7pPr>
            <a:lvl8pPr>
              <a:defRPr sz="1425" b="1">
                <a:solidFill>
                  <a:srgbClr val="16324F"/>
                </a:solidFill>
              </a:defRPr>
            </a:lvl8pPr>
            <a:lvl9pPr>
              <a:defRPr sz="1425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6324F"/>
                </a:solidFill>
              </a:defRPr>
            </a:pPr>
            <a:r>
              <a:rPr sz="1425" b="1">
                <a:solidFill>
                  <a:srgbClr val="16324F"/>
                </a:solidFill>
              </a:rPr>
              <a:t>Ordenar las letras de PLC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19DD27-E3EA-4E11-A0EE-55966AB0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482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6845B"/>
                </a:solidFill>
              </a:defRPr>
            </a:defPPr>
            <a:lvl1pPr>
              <a:defRPr sz="1350" b="1">
                <a:solidFill>
                  <a:srgbClr val="16845B"/>
                </a:solidFill>
              </a:defRPr>
            </a:lvl1pPr>
            <a:lvl2pPr>
              <a:defRPr sz="1350" b="1">
                <a:solidFill>
                  <a:srgbClr val="16845B"/>
                </a:solidFill>
              </a:defRPr>
            </a:lvl2pPr>
            <a:lvl3pPr>
              <a:defRPr sz="1350" b="1">
                <a:solidFill>
                  <a:srgbClr val="16845B"/>
                </a:solidFill>
              </a:defRPr>
            </a:lvl3pPr>
            <a:lvl4pPr>
              <a:defRPr sz="1350" b="1">
                <a:solidFill>
                  <a:srgbClr val="16845B"/>
                </a:solidFill>
              </a:defRPr>
            </a:lvl4pPr>
            <a:lvl5pPr>
              <a:defRPr sz="1350" b="1">
                <a:solidFill>
                  <a:srgbClr val="16845B"/>
                </a:solidFill>
              </a:defRPr>
            </a:lvl5pPr>
            <a:lvl6pPr>
              <a:defRPr sz="1350" b="1">
                <a:solidFill>
                  <a:srgbClr val="16845B"/>
                </a:solidFill>
              </a:defRPr>
            </a:lvl6pPr>
            <a:lvl7pPr>
              <a:defRPr sz="1350" b="1">
                <a:solidFill>
                  <a:srgbClr val="16845B"/>
                </a:solidFill>
              </a:defRPr>
            </a:lvl7pPr>
            <a:lvl8pPr>
              <a:defRPr sz="1350" b="1">
                <a:solidFill>
                  <a:srgbClr val="16845B"/>
                </a:solidFill>
              </a:defRPr>
            </a:lvl8pPr>
            <a:lvl9pPr>
              <a:defRPr sz="1350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6845B"/>
                </a:solidFill>
              </a:defRPr>
            </a:pPr>
            <a:r>
              <a:rPr sz="1350" b="1">
                <a:solidFill>
                  <a:srgbClr val="16845B"/>
                </a:solidFill>
              </a:rPr>
              <a:t>Permutación total: 3! = 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48A3D3-D2D6-4F1A-AF01-7DF502DE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845B"/>
                </a:solidFill>
              </a:defRPr>
            </a:defPPr>
            <a:lvl1pPr>
              <a:defRPr sz="825" b="1">
                <a:solidFill>
                  <a:srgbClr val="16845B"/>
                </a:solidFill>
              </a:defRPr>
            </a:lvl1pPr>
            <a:lvl2pPr>
              <a:defRPr sz="825" b="1">
                <a:solidFill>
                  <a:srgbClr val="16845B"/>
                </a:solidFill>
              </a:defRPr>
            </a:lvl2pPr>
            <a:lvl3pPr>
              <a:defRPr sz="825" b="1">
                <a:solidFill>
                  <a:srgbClr val="16845B"/>
                </a:solidFill>
              </a:defRPr>
            </a:lvl3pPr>
            <a:lvl4pPr>
              <a:defRPr sz="825" b="1">
                <a:solidFill>
                  <a:srgbClr val="16845B"/>
                </a:solidFill>
              </a:defRPr>
            </a:lvl4pPr>
            <a:lvl5pPr>
              <a:defRPr sz="825" b="1">
                <a:solidFill>
                  <a:srgbClr val="16845B"/>
                </a:solidFill>
              </a:defRPr>
            </a:lvl5pPr>
            <a:lvl6pPr>
              <a:defRPr sz="825" b="1">
                <a:solidFill>
                  <a:srgbClr val="16845B"/>
                </a:solidFill>
              </a:defRPr>
            </a:lvl6pPr>
            <a:lvl7pPr>
              <a:defRPr sz="825" b="1">
                <a:solidFill>
                  <a:srgbClr val="16845B"/>
                </a:solidFill>
              </a:defRPr>
            </a:lvl7pPr>
            <a:lvl8pPr>
              <a:defRPr sz="825" b="1">
                <a:solidFill>
                  <a:srgbClr val="16845B"/>
                </a:solidFill>
              </a:defRPr>
            </a:lvl8pPr>
            <a:lvl9pPr>
              <a:defRPr sz="825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845B"/>
                </a:solidFill>
              </a:defRPr>
            </a:pPr>
            <a:r>
              <a:rPr sz="825" b="1">
                <a:solidFill>
                  <a:srgbClr val="16845B"/>
                </a:solidFill>
              </a:rPr>
              <a:t>VERSIÓN DOCENTE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301BE8-C0A3-4F0D-B5D8-49B572E9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5C6F7C"/>
                </a:solidFill>
              </a:defRPr>
            </a:defPPr>
            <a:lvl1pPr>
              <a:defRPr sz="825" b="1">
                <a:solidFill>
                  <a:srgbClr val="5C6F7C"/>
                </a:solidFill>
              </a:defRPr>
            </a:lvl1pPr>
            <a:lvl2pPr>
              <a:defRPr sz="825" b="1">
                <a:solidFill>
                  <a:srgbClr val="5C6F7C"/>
                </a:solidFill>
              </a:defRPr>
            </a:lvl2pPr>
            <a:lvl3pPr>
              <a:defRPr sz="825" b="1">
                <a:solidFill>
                  <a:srgbClr val="5C6F7C"/>
                </a:solidFill>
              </a:defRPr>
            </a:lvl3pPr>
            <a:lvl4pPr>
              <a:defRPr sz="825" b="1">
                <a:solidFill>
                  <a:srgbClr val="5C6F7C"/>
                </a:solidFill>
              </a:defRPr>
            </a:lvl4pPr>
            <a:lvl5pPr>
              <a:defRPr sz="825" b="1">
                <a:solidFill>
                  <a:srgbClr val="5C6F7C"/>
                </a:solidFill>
              </a:defRPr>
            </a:lvl5pPr>
            <a:lvl6pPr>
              <a:defRPr sz="825" b="1">
                <a:solidFill>
                  <a:srgbClr val="5C6F7C"/>
                </a:solidFill>
              </a:defRPr>
            </a:lvl6pPr>
            <a:lvl7pPr>
              <a:defRPr sz="825" b="1">
                <a:solidFill>
                  <a:srgbClr val="5C6F7C"/>
                </a:solidFill>
              </a:defRPr>
            </a:lvl7pPr>
            <a:lvl8pPr>
              <a:defRPr sz="825" b="1">
                <a:solidFill>
                  <a:srgbClr val="5C6F7C"/>
                </a:solidFill>
              </a:defRPr>
            </a:lvl8pPr>
            <a:lvl9pPr>
              <a:defRPr sz="825" b="1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5C6F7C"/>
                </a:solidFill>
              </a:defRPr>
            </a:pPr>
            <a:r>
              <a:rPr sz="825" b="1">
                <a:solidFill>
                  <a:srgbClr val="5C6F7C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821768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6F37B-FFF5-4FB0-9BCE-FC2FF1D6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7C83"/>
                </a:solidFill>
              </a:defRPr>
            </a:defPPr>
            <a:lvl1pPr>
              <a:defRPr sz="1200" b="1">
                <a:solidFill>
                  <a:srgbClr val="007C83"/>
                </a:solidFill>
              </a:defRPr>
            </a:lvl1pPr>
            <a:lvl2pPr>
              <a:defRPr sz="1200" b="1">
                <a:solidFill>
                  <a:srgbClr val="007C83"/>
                </a:solidFill>
              </a:defRPr>
            </a:lvl2pPr>
            <a:lvl3pPr>
              <a:defRPr sz="1200" b="1">
                <a:solidFill>
                  <a:srgbClr val="007C83"/>
                </a:solidFill>
              </a:defRPr>
            </a:lvl3pPr>
            <a:lvl4pPr>
              <a:defRPr sz="1200" b="1">
                <a:solidFill>
                  <a:srgbClr val="007C83"/>
                </a:solidFill>
              </a:defRPr>
            </a:lvl4pPr>
            <a:lvl5pPr>
              <a:defRPr sz="1200" b="1">
                <a:solidFill>
                  <a:srgbClr val="007C83"/>
                </a:solidFill>
              </a:defRPr>
            </a:lvl5pPr>
            <a:lvl6pPr>
              <a:defRPr sz="1200" b="1">
                <a:solidFill>
                  <a:srgbClr val="007C83"/>
                </a:solidFill>
              </a:defRPr>
            </a:lvl6pPr>
            <a:lvl7pPr>
              <a:defRPr sz="1200" b="1">
                <a:solidFill>
                  <a:srgbClr val="007C83"/>
                </a:solidFill>
              </a:defRPr>
            </a:lvl7pPr>
            <a:lvl8pPr>
              <a:defRPr sz="1200" b="1">
                <a:solidFill>
                  <a:srgbClr val="007C83"/>
                </a:solidFill>
              </a:defRPr>
            </a:lvl8pPr>
            <a:lvl9pPr>
              <a:defRPr sz="1200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7C83"/>
                </a:solidFill>
              </a:defRPr>
            </a:pPr>
            <a:r>
              <a:rPr sz="1200" b="1">
                <a:solidFill>
                  <a:srgbClr val="007C83"/>
                </a:solidFill>
              </a:rPr>
              <a:t>2.3–2.4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D7589-FC37-428F-9CB4-46107BF4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24F"/>
                </a:solidFill>
              </a:defRPr>
            </a:defPPr>
            <a:lvl1pPr>
              <a:defRPr sz="2550" b="1">
                <a:solidFill>
                  <a:srgbClr val="16324F"/>
                </a:solidFill>
              </a:defRPr>
            </a:lvl1pPr>
            <a:lvl2pPr>
              <a:defRPr sz="2550" b="1">
                <a:solidFill>
                  <a:srgbClr val="16324F"/>
                </a:solidFill>
              </a:defRPr>
            </a:lvl2pPr>
            <a:lvl3pPr>
              <a:defRPr sz="2550" b="1">
                <a:solidFill>
                  <a:srgbClr val="16324F"/>
                </a:solidFill>
              </a:defRPr>
            </a:lvl3pPr>
            <a:lvl4pPr>
              <a:defRPr sz="2550" b="1">
                <a:solidFill>
                  <a:srgbClr val="16324F"/>
                </a:solidFill>
              </a:defRPr>
            </a:lvl4pPr>
            <a:lvl5pPr>
              <a:defRPr sz="2550" b="1">
                <a:solidFill>
                  <a:srgbClr val="16324F"/>
                </a:solidFill>
              </a:defRPr>
            </a:lvl5pPr>
            <a:lvl6pPr>
              <a:defRPr sz="2550" b="1">
                <a:solidFill>
                  <a:srgbClr val="16324F"/>
                </a:solidFill>
              </a:defRPr>
            </a:lvl6pPr>
            <a:lvl7pPr>
              <a:defRPr sz="2550" b="1">
                <a:solidFill>
                  <a:srgbClr val="16324F"/>
                </a:solidFill>
              </a:defRPr>
            </a:lvl7pPr>
            <a:lvl8pPr>
              <a:defRPr sz="2550" b="1">
                <a:solidFill>
                  <a:srgbClr val="16324F"/>
                </a:solidFill>
              </a:defRPr>
            </a:lvl8pPr>
            <a:lvl9pPr>
              <a:defRPr sz="2550" b="1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Cierre y fuentes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E3B96-B23F-4783-BDD4-8AD40933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6F7C"/>
                </a:solidFill>
              </a:defRPr>
            </a:defPPr>
            <a:lvl1pPr>
              <a:defRPr sz="1350" b="0">
                <a:solidFill>
                  <a:srgbClr val="5C6F7C"/>
                </a:solidFill>
              </a:defRPr>
            </a:lvl1pPr>
            <a:lvl2pPr>
              <a:defRPr sz="1350" b="0">
                <a:solidFill>
                  <a:srgbClr val="5C6F7C"/>
                </a:solidFill>
              </a:defRPr>
            </a:lvl2pPr>
            <a:lvl3pPr>
              <a:defRPr sz="1350" b="0">
                <a:solidFill>
                  <a:srgbClr val="5C6F7C"/>
                </a:solidFill>
              </a:defRPr>
            </a:lvl3pPr>
            <a:lvl4pPr>
              <a:defRPr sz="1350" b="0">
                <a:solidFill>
                  <a:srgbClr val="5C6F7C"/>
                </a:solidFill>
              </a:defRPr>
            </a:lvl4pPr>
            <a:lvl5pPr>
              <a:defRPr sz="1350" b="0">
                <a:solidFill>
                  <a:srgbClr val="5C6F7C"/>
                </a:solidFill>
              </a:defRPr>
            </a:lvl5pPr>
            <a:lvl6pPr>
              <a:defRPr sz="1350" b="0">
                <a:solidFill>
                  <a:srgbClr val="5C6F7C"/>
                </a:solidFill>
              </a:defRPr>
            </a:lvl6pPr>
            <a:lvl7pPr>
              <a:defRPr sz="1350" b="0">
                <a:solidFill>
                  <a:srgbClr val="5C6F7C"/>
                </a:solidFill>
              </a:defRPr>
            </a:lvl7pPr>
            <a:lvl8pPr>
              <a:defRPr sz="1350" b="0">
                <a:solidFill>
                  <a:srgbClr val="5C6F7C"/>
                </a:solidFill>
              </a:defRPr>
            </a:lvl8pPr>
            <a:lvl9pPr>
              <a:defRPr sz="1350" b="0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C"/>
                </a:solidFill>
              </a:defRPr>
            </a:pPr>
            <a:r>
              <a:rPr sz="1350" b="0">
                <a:solidFill>
                  <a:srgbClr val="5C6F7C"/>
                </a:solidFill>
              </a:rPr>
              <a:t>Comprobación final antes de integrar el material en IM3CB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AD3CC-2107-476F-9F92-A3395609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01BB5-AADA-4F70-BF9B-3315EB1F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7C83"/>
                </a:solidFill>
              </a:defRPr>
            </a:defPPr>
            <a:lvl1pPr>
              <a:defRPr sz="1650" b="1">
                <a:solidFill>
                  <a:srgbClr val="007C83"/>
                </a:solidFill>
              </a:defRPr>
            </a:lvl1pPr>
            <a:lvl2pPr>
              <a:defRPr sz="1650" b="1">
                <a:solidFill>
                  <a:srgbClr val="007C83"/>
                </a:solidFill>
              </a:defRPr>
            </a:lvl2pPr>
            <a:lvl3pPr>
              <a:defRPr sz="1650" b="1">
                <a:solidFill>
                  <a:srgbClr val="007C83"/>
                </a:solidFill>
              </a:defRPr>
            </a:lvl3pPr>
            <a:lvl4pPr>
              <a:defRPr sz="1650" b="1">
                <a:solidFill>
                  <a:srgbClr val="007C83"/>
                </a:solidFill>
              </a:defRPr>
            </a:lvl4pPr>
            <a:lvl5pPr>
              <a:defRPr sz="1650" b="1">
                <a:solidFill>
                  <a:srgbClr val="007C83"/>
                </a:solidFill>
              </a:defRPr>
            </a:lvl5pPr>
            <a:lvl6pPr>
              <a:defRPr sz="1650" b="1">
                <a:solidFill>
                  <a:srgbClr val="007C83"/>
                </a:solidFill>
              </a:defRPr>
            </a:lvl6pPr>
            <a:lvl7pPr>
              <a:defRPr sz="1650" b="1">
                <a:solidFill>
                  <a:srgbClr val="007C83"/>
                </a:solidFill>
              </a:defRPr>
            </a:lvl7pPr>
            <a:lvl8pPr>
              <a:defRPr sz="1650" b="1">
                <a:solidFill>
                  <a:srgbClr val="007C83"/>
                </a:solidFill>
              </a:defRPr>
            </a:lvl8pPr>
            <a:lvl9pPr>
              <a:defRPr sz="1650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C83"/>
                </a:solidFill>
              </a:defRPr>
            </a:pPr>
            <a:r>
              <a:rPr sz="1650" b="1">
                <a:solidFill>
                  <a:srgbClr val="007C83"/>
                </a:solidFill>
              </a:rPr>
              <a:t>Salida rápida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1B355-4936-49D9-97B2-3FF43F8B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6845B"/>
                </a:solidFill>
              </a:defRPr>
            </a:defPPr>
            <a:lvl1pPr>
              <a:defRPr sz="1425" b="1">
                <a:solidFill>
                  <a:srgbClr val="16845B"/>
                </a:solidFill>
              </a:defRPr>
            </a:lvl1pPr>
            <a:lvl2pPr>
              <a:defRPr sz="1425" b="1">
                <a:solidFill>
                  <a:srgbClr val="16845B"/>
                </a:solidFill>
              </a:defRPr>
            </a:lvl2pPr>
            <a:lvl3pPr>
              <a:defRPr sz="1425" b="1">
                <a:solidFill>
                  <a:srgbClr val="16845B"/>
                </a:solidFill>
              </a:defRPr>
            </a:lvl3pPr>
            <a:lvl4pPr>
              <a:defRPr sz="1425" b="1">
                <a:solidFill>
                  <a:srgbClr val="16845B"/>
                </a:solidFill>
              </a:defRPr>
            </a:lvl4pPr>
            <a:lvl5pPr>
              <a:defRPr sz="1425" b="1">
                <a:solidFill>
                  <a:srgbClr val="16845B"/>
                </a:solidFill>
              </a:defRPr>
            </a:lvl5pPr>
            <a:lvl6pPr>
              <a:defRPr sz="1425" b="1">
                <a:solidFill>
                  <a:srgbClr val="16845B"/>
                </a:solidFill>
              </a:defRPr>
            </a:lvl6pPr>
            <a:lvl7pPr>
              <a:defRPr sz="1425" b="1">
                <a:solidFill>
                  <a:srgbClr val="16845B"/>
                </a:solidFill>
              </a:defRPr>
            </a:lvl7pPr>
            <a:lvl8pPr>
              <a:defRPr sz="1425" b="1">
                <a:solidFill>
                  <a:srgbClr val="16845B"/>
                </a:solidFill>
              </a:defRPr>
            </a:lvl8pPr>
            <a:lvl9pPr>
              <a:defRPr sz="1425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6845B"/>
                </a:solidFill>
              </a:defRPr>
            </a:pPr>
            <a:r>
              <a:rPr sz="1425" b="1">
                <a:solidFill>
                  <a:srgbClr val="16845B"/>
                </a:solidFill>
              </a:rPr>
              <a:t>1. Si A y B son incompatibles, A ∩ B = ∅.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24785D-3E13-4085-9C86-3911F603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132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6845B"/>
                </a:solidFill>
              </a:defRPr>
            </a:defPPr>
            <a:lvl1pPr>
              <a:defRPr sz="1425" b="1">
                <a:solidFill>
                  <a:srgbClr val="16845B"/>
                </a:solidFill>
              </a:defRPr>
            </a:lvl1pPr>
            <a:lvl2pPr>
              <a:defRPr sz="1425" b="1">
                <a:solidFill>
                  <a:srgbClr val="16845B"/>
                </a:solidFill>
              </a:defRPr>
            </a:lvl2pPr>
            <a:lvl3pPr>
              <a:defRPr sz="1425" b="1">
                <a:solidFill>
                  <a:srgbClr val="16845B"/>
                </a:solidFill>
              </a:defRPr>
            </a:lvl3pPr>
            <a:lvl4pPr>
              <a:defRPr sz="1425" b="1">
                <a:solidFill>
                  <a:srgbClr val="16845B"/>
                </a:solidFill>
              </a:defRPr>
            </a:lvl4pPr>
            <a:lvl5pPr>
              <a:defRPr sz="1425" b="1">
                <a:solidFill>
                  <a:srgbClr val="16845B"/>
                </a:solidFill>
              </a:defRPr>
            </a:lvl5pPr>
            <a:lvl6pPr>
              <a:defRPr sz="1425" b="1">
                <a:solidFill>
                  <a:srgbClr val="16845B"/>
                </a:solidFill>
              </a:defRPr>
            </a:lvl6pPr>
            <a:lvl7pPr>
              <a:defRPr sz="1425" b="1">
                <a:solidFill>
                  <a:srgbClr val="16845B"/>
                </a:solidFill>
              </a:defRPr>
            </a:lvl7pPr>
            <a:lvl8pPr>
              <a:defRPr sz="1425" b="1">
                <a:solidFill>
                  <a:srgbClr val="16845B"/>
                </a:solidFill>
              </a:defRPr>
            </a:lvl8pPr>
            <a:lvl9pPr>
              <a:defRPr sz="1425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6845B"/>
                </a:solidFill>
              </a:defRPr>
            </a:pPr>
            <a:r>
              <a:rPr sz="1425" b="1">
                <a:solidFill>
                  <a:srgbClr val="16845B"/>
                </a:solidFill>
              </a:rPr>
              <a:t>2. Elegir capitán y suplente usa permutaciones.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C3BC9-051F-4A2B-A323-FB58A858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6845B"/>
                </a:solidFill>
              </a:defRPr>
            </a:defPPr>
            <a:lvl1pPr>
              <a:defRPr sz="1425" b="1">
                <a:solidFill>
                  <a:srgbClr val="16845B"/>
                </a:solidFill>
              </a:defRPr>
            </a:lvl1pPr>
            <a:lvl2pPr>
              <a:defRPr sz="1425" b="1">
                <a:solidFill>
                  <a:srgbClr val="16845B"/>
                </a:solidFill>
              </a:defRPr>
            </a:lvl2pPr>
            <a:lvl3pPr>
              <a:defRPr sz="1425" b="1">
                <a:solidFill>
                  <a:srgbClr val="16845B"/>
                </a:solidFill>
              </a:defRPr>
            </a:lvl3pPr>
            <a:lvl4pPr>
              <a:defRPr sz="1425" b="1">
                <a:solidFill>
                  <a:srgbClr val="16845B"/>
                </a:solidFill>
              </a:defRPr>
            </a:lvl4pPr>
            <a:lvl5pPr>
              <a:defRPr sz="1425" b="1">
                <a:solidFill>
                  <a:srgbClr val="16845B"/>
                </a:solidFill>
              </a:defRPr>
            </a:lvl5pPr>
            <a:lvl6pPr>
              <a:defRPr sz="1425" b="1">
                <a:solidFill>
                  <a:srgbClr val="16845B"/>
                </a:solidFill>
              </a:defRPr>
            </a:lvl6pPr>
            <a:lvl7pPr>
              <a:defRPr sz="1425" b="1">
                <a:solidFill>
                  <a:srgbClr val="16845B"/>
                </a:solidFill>
              </a:defRPr>
            </a:lvl7pPr>
            <a:lvl8pPr>
              <a:defRPr sz="1425" b="1">
                <a:solidFill>
                  <a:srgbClr val="16845B"/>
                </a:solidFill>
              </a:defRPr>
            </a:lvl8pPr>
            <a:lvl9pPr>
              <a:defRPr sz="1425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6845B"/>
                </a:solidFill>
              </a:defRPr>
            </a:pPr>
            <a:r>
              <a:rPr sz="1425" b="1">
                <a:solidFill>
                  <a:srgbClr val="16845B"/>
                </a:solidFill>
              </a:rPr>
              <a:t>3. Elegir 3 sensores de un grupo de 8 usa combinaciones.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D4E3C3-8A9E-4566-8B9B-06202103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7C83"/>
                </a:solidFill>
              </a:defRPr>
            </a:defPPr>
            <a:lvl1pPr>
              <a:defRPr sz="1650" b="1">
                <a:solidFill>
                  <a:srgbClr val="007C83"/>
                </a:solidFill>
              </a:defRPr>
            </a:lvl1pPr>
            <a:lvl2pPr>
              <a:defRPr sz="1650" b="1">
                <a:solidFill>
                  <a:srgbClr val="007C83"/>
                </a:solidFill>
              </a:defRPr>
            </a:lvl2pPr>
            <a:lvl3pPr>
              <a:defRPr sz="1650" b="1">
                <a:solidFill>
                  <a:srgbClr val="007C83"/>
                </a:solidFill>
              </a:defRPr>
            </a:lvl3pPr>
            <a:lvl4pPr>
              <a:defRPr sz="1650" b="1">
                <a:solidFill>
                  <a:srgbClr val="007C83"/>
                </a:solidFill>
              </a:defRPr>
            </a:lvl4pPr>
            <a:lvl5pPr>
              <a:defRPr sz="1650" b="1">
                <a:solidFill>
                  <a:srgbClr val="007C83"/>
                </a:solidFill>
              </a:defRPr>
            </a:lvl5pPr>
            <a:lvl6pPr>
              <a:defRPr sz="1650" b="1">
                <a:solidFill>
                  <a:srgbClr val="007C83"/>
                </a:solidFill>
              </a:defRPr>
            </a:lvl6pPr>
            <a:lvl7pPr>
              <a:defRPr sz="1650" b="1">
                <a:solidFill>
                  <a:srgbClr val="007C83"/>
                </a:solidFill>
              </a:defRPr>
            </a:lvl7pPr>
            <a:lvl8pPr>
              <a:defRPr sz="1650" b="1">
                <a:solidFill>
                  <a:srgbClr val="007C83"/>
                </a:solidFill>
              </a:defRPr>
            </a:lvl8pPr>
            <a:lvl9pPr>
              <a:defRPr sz="1650" b="1">
                <a:solidFill>
                  <a:srgbClr val="007C8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C83"/>
                </a:solidFill>
              </a:defRPr>
            </a:pPr>
            <a:r>
              <a:rPr sz="1650" b="1">
                <a:solidFill>
                  <a:srgbClr val="007C83"/>
                </a:solidFill>
              </a:rPr>
              <a:t>Fuentes para verificación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EE7D4-FAA0-4AF0-BD20-CC602458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6324F"/>
                </a:solidFill>
              </a:defRPr>
            </a:defPPr>
            <a:lvl1pPr>
              <a:defRPr sz="1275" b="0">
                <a:solidFill>
                  <a:srgbClr val="16324F"/>
                </a:solidFill>
              </a:defRPr>
            </a:lvl1pPr>
            <a:lvl2pPr>
              <a:defRPr sz="1275" b="0">
                <a:solidFill>
                  <a:srgbClr val="16324F"/>
                </a:solidFill>
              </a:defRPr>
            </a:lvl2pPr>
            <a:lvl3pPr>
              <a:defRPr sz="1275" b="0">
                <a:solidFill>
                  <a:srgbClr val="16324F"/>
                </a:solidFill>
              </a:defRPr>
            </a:lvl3pPr>
            <a:lvl4pPr>
              <a:defRPr sz="1275" b="0">
                <a:solidFill>
                  <a:srgbClr val="16324F"/>
                </a:solidFill>
              </a:defRPr>
            </a:lvl4pPr>
            <a:lvl5pPr>
              <a:defRPr sz="1275" b="0">
                <a:solidFill>
                  <a:srgbClr val="16324F"/>
                </a:solidFill>
              </a:defRPr>
            </a:lvl5pPr>
            <a:lvl6pPr>
              <a:defRPr sz="1275" b="0">
                <a:solidFill>
                  <a:srgbClr val="16324F"/>
                </a:solidFill>
              </a:defRPr>
            </a:lvl6pPr>
            <a:lvl7pPr>
              <a:defRPr sz="1275" b="0">
                <a:solidFill>
                  <a:srgbClr val="16324F"/>
                </a:solidFill>
              </a:defRPr>
            </a:lvl7pPr>
            <a:lvl8pPr>
              <a:defRPr sz="1275" b="0">
                <a:solidFill>
                  <a:srgbClr val="16324F"/>
                </a:solidFill>
              </a:defRPr>
            </a:lvl8pPr>
            <a:lvl9pPr>
              <a:defRPr sz="1275" b="0">
                <a:solidFill>
                  <a:srgbClr val="16324F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6324F"/>
                </a:solidFill>
              </a:defRPr>
            </a:pPr>
            <a:r>
              <a:rPr sz="1275" b="0">
                <a:solidFill>
                  <a:srgbClr val="16324F"/>
                </a:solidFill>
              </a:rPr>
              <a:t>OpenStax. Introductory Statistics, sección 3.1</a:t>
            </a:r>
          </a:p>
          <a:p xmlns:a="http://schemas.openxmlformats.org/drawingml/2006/main">
            <a:pPr>
              <a:defRPr sz="1275" b="0">
                <a:solidFill>
                  <a:srgbClr val="16324F"/>
                </a:solidFill>
              </a:defRPr>
            </a:pPr>
            <a:r>
              <a:rPr sz="1275" b="0">
                <a:solidFill>
                  <a:srgbClr val="16324F"/>
                </a:solidFill>
              </a:rPr>
              <a:t>OpenStax. College Algebra, sección 9.5 y ecuaciones del capítulo 9</a:t>
            </a:r>
          </a:p>
          <a:p xmlns:a="http://schemas.openxmlformats.org/drawingml/2006/main">
            <a:pPr>
              <a:defRPr sz="1275" b="0">
                <a:solidFill>
                  <a:srgbClr val="16324F"/>
                </a:solidFill>
              </a:defRPr>
            </a:pPr>
            <a:r>
              <a:rPr sz="1275" b="0">
                <a:solidFill>
                  <a:srgbClr val="16324F"/>
                </a:solidFill>
              </a:rPr>
              <a:t>Montgomery y Runger. Applied Statistics and Probability for Engineers, 7.ª ed.</a:t>
            </a:r>
          </a:p>
          <a:p xmlns:a="http://schemas.openxmlformats.org/drawingml/2006/main">
            <a:pPr>
              <a:defRPr sz="1275" b="0">
                <a:solidFill>
                  <a:srgbClr val="16324F"/>
                </a:solidFill>
              </a:defRPr>
            </a:pPr>
            <a:r>
              <a:rPr sz="1275" b="0">
                <a:solidFill>
                  <a:srgbClr val="16324F"/>
                </a:solidFill>
              </a:rPr>
              <a:t>Walpole et al. Probability and Statistics for Engineers and Scientists, 9.ª 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05972-5D77-4033-AD87-4245FEA1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845B"/>
                </a:solidFill>
              </a:defRPr>
            </a:defPPr>
            <a:lvl1pPr>
              <a:defRPr sz="825" b="1">
                <a:solidFill>
                  <a:srgbClr val="16845B"/>
                </a:solidFill>
              </a:defRPr>
            </a:lvl1pPr>
            <a:lvl2pPr>
              <a:defRPr sz="825" b="1">
                <a:solidFill>
                  <a:srgbClr val="16845B"/>
                </a:solidFill>
              </a:defRPr>
            </a:lvl2pPr>
            <a:lvl3pPr>
              <a:defRPr sz="825" b="1">
                <a:solidFill>
                  <a:srgbClr val="16845B"/>
                </a:solidFill>
              </a:defRPr>
            </a:lvl3pPr>
            <a:lvl4pPr>
              <a:defRPr sz="825" b="1">
                <a:solidFill>
                  <a:srgbClr val="16845B"/>
                </a:solidFill>
              </a:defRPr>
            </a:lvl4pPr>
            <a:lvl5pPr>
              <a:defRPr sz="825" b="1">
                <a:solidFill>
                  <a:srgbClr val="16845B"/>
                </a:solidFill>
              </a:defRPr>
            </a:lvl5pPr>
            <a:lvl6pPr>
              <a:defRPr sz="825" b="1">
                <a:solidFill>
                  <a:srgbClr val="16845B"/>
                </a:solidFill>
              </a:defRPr>
            </a:lvl6pPr>
            <a:lvl7pPr>
              <a:defRPr sz="825" b="1">
                <a:solidFill>
                  <a:srgbClr val="16845B"/>
                </a:solidFill>
              </a:defRPr>
            </a:lvl7pPr>
            <a:lvl8pPr>
              <a:defRPr sz="825" b="1">
                <a:solidFill>
                  <a:srgbClr val="16845B"/>
                </a:solidFill>
              </a:defRPr>
            </a:lvl8pPr>
            <a:lvl9pPr>
              <a:defRPr sz="825" b="1">
                <a:solidFill>
                  <a:srgbClr val="16845B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845B"/>
                </a:solidFill>
              </a:defRPr>
            </a:pPr>
            <a:r>
              <a:rPr sz="825" b="1">
                <a:solidFill>
                  <a:srgbClr val="16845B"/>
                </a:solidFill>
              </a:rPr>
              <a:t>VERSIÓN DOCENTE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36E4E-691B-4D98-B75A-3113EBEF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5C6F7C"/>
                </a:solidFill>
              </a:defRPr>
            </a:defPPr>
            <a:lvl1pPr>
              <a:defRPr sz="825" b="1">
                <a:solidFill>
                  <a:srgbClr val="5C6F7C"/>
                </a:solidFill>
              </a:defRPr>
            </a:lvl1pPr>
            <a:lvl2pPr>
              <a:defRPr sz="825" b="1">
                <a:solidFill>
                  <a:srgbClr val="5C6F7C"/>
                </a:solidFill>
              </a:defRPr>
            </a:lvl2pPr>
            <a:lvl3pPr>
              <a:defRPr sz="825" b="1">
                <a:solidFill>
                  <a:srgbClr val="5C6F7C"/>
                </a:solidFill>
              </a:defRPr>
            </a:lvl3pPr>
            <a:lvl4pPr>
              <a:defRPr sz="825" b="1">
                <a:solidFill>
                  <a:srgbClr val="5C6F7C"/>
                </a:solidFill>
              </a:defRPr>
            </a:lvl4pPr>
            <a:lvl5pPr>
              <a:defRPr sz="825" b="1">
                <a:solidFill>
                  <a:srgbClr val="5C6F7C"/>
                </a:solidFill>
              </a:defRPr>
            </a:lvl5pPr>
            <a:lvl6pPr>
              <a:defRPr sz="825" b="1">
                <a:solidFill>
                  <a:srgbClr val="5C6F7C"/>
                </a:solidFill>
              </a:defRPr>
            </a:lvl6pPr>
            <a:lvl7pPr>
              <a:defRPr sz="825" b="1">
                <a:solidFill>
                  <a:srgbClr val="5C6F7C"/>
                </a:solidFill>
              </a:defRPr>
            </a:lvl7pPr>
            <a:lvl8pPr>
              <a:defRPr sz="825" b="1">
                <a:solidFill>
                  <a:srgbClr val="5C6F7C"/>
                </a:solidFill>
              </a:defRPr>
            </a:lvl8pPr>
            <a:lvl9pPr>
              <a:defRPr sz="825" b="1">
                <a:solidFill>
                  <a:srgbClr val="5C6F7C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5C6F7C"/>
                </a:solidFill>
              </a:defRPr>
            </a:pPr>
            <a:r>
              <a:rPr sz="825" b="1">
                <a:solidFill>
                  <a:srgbClr val="5C6F7C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17028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2026-10-30T14:06:34.6530000Z</dcterms:created>
  <dcterms:modified xsi:type="dcterms:W3CDTF">2026-10-30T14:06:34.6530000Z</dcterms:modified>
</coreProperties>
</file>