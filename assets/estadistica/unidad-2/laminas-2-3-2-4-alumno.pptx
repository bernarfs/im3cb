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999cc536794272" /><Relationship Type="http://schemas.openxmlformats.org/officeDocument/2006/relationships/extended-properties" Target="/docProps/app.xml" Id="R2aadeb0a30f34bb1" /><Relationship Type="http://schemas.openxmlformats.org/officeDocument/2006/relationships/officeDocument" Target="/ppt/presentation.xml" Id="R2dc1723d671c47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fe1d51df9e4381"/>
  </p:sldMasterIdLst>
  <p:notesMasterIdLst>
    <p:notesMasterId xmlns:r="http://schemas.openxmlformats.org/officeDocument/2006/relationships" r:id="Rabec10bca3424b09"/>
  </p:notesMasterIdLst>
  <p:sldIdLst>
    <p:sldId xmlns:r="http://schemas.openxmlformats.org/officeDocument/2006/relationships" id="256" r:id="Rc6fbb4bf4eee4306"/>
    <p:sldId xmlns:r="http://schemas.openxmlformats.org/officeDocument/2006/relationships" id="257" r:id="Rf2c3b867114442ee"/>
    <p:sldId xmlns:r="http://schemas.openxmlformats.org/officeDocument/2006/relationships" id="258" r:id="Rfd24557ec9314222"/>
    <p:sldId xmlns:r="http://schemas.openxmlformats.org/officeDocument/2006/relationships" id="259" r:id="R15bf42b32e3d41a7"/>
    <p:sldId xmlns:r="http://schemas.openxmlformats.org/officeDocument/2006/relationships" id="260" r:id="Reeb6a3f442874985"/>
    <p:sldId xmlns:r="http://schemas.openxmlformats.org/officeDocument/2006/relationships" id="261" r:id="R6619de9700194a48"/>
    <p:sldId xmlns:r="http://schemas.openxmlformats.org/officeDocument/2006/relationships" id="262" r:id="Rf62db957514945c0"/>
    <p:sldId xmlns:r="http://schemas.openxmlformats.org/officeDocument/2006/relationships" id="263" r:id="Rd45309b393ca48d3"/>
    <p:sldId xmlns:r="http://schemas.openxmlformats.org/officeDocument/2006/relationships" id="264" r:id="R77cd232a1e3e4f71"/>
    <p:sldId xmlns:r="http://schemas.openxmlformats.org/officeDocument/2006/relationships" id="265" r:id="R9cc8bdad53ac48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faff4c570b400c" /><Relationship Type="http://schemas.openxmlformats.org/officeDocument/2006/relationships/slideMaster" Target="/ppt/slideMasters/slideMaster1.xml" Id="R0cfe1d51df9e4381" /><Relationship Type="http://schemas.openxmlformats.org/officeDocument/2006/relationships/notesMaster" Target="/ppt/notesMasters/notesMaster1.xml" Id="Rabec10bca3424b09" /><Relationship Type="http://schemas.openxmlformats.org/officeDocument/2006/relationships/presProps" Target="/ppt/presProps.xml" Id="R8071f11f4b4d4aa0" /><Relationship Type="http://schemas.openxmlformats.org/officeDocument/2006/relationships/tableStyles" Target="/ppt/tableStyles.xml" Id="R207aeca08abf45fa" /><Relationship Type="http://schemas.openxmlformats.org/officeDocument/2006/relationships/slide" Target="/ppt/slides/slide1.xml" Id="Rc6fbb4bf4eee4306" /><Relationship Type="http://schemas.openxmlformats.org/officeDocument/2006/relationships/slide" Target="/ppt/slides/slide2.xml" Id="Rf2c3b867114442ee" /><Relationship Type="http://schemas.openxmlformats.org/officeDocument/2006/relationships/slide" Target="/ppt/slides/slide3.xml" Id="Rfd24557ec9314222" /><Relationship Type="http://schemas.openxmlformats.org/officeDocument/2006/relationships/slide" Target="/ppt/slides/slide4.xml" Id="R15bf42b32e3d41a7" /><Relationship Type="http://schemas.openxmlformats.org/officeDocument/2006/relationships/slide" Target="/ppt/slides/slide5.xml" Id="Reeb6a3f442874985" /><Relationship Type="http://schemas.openxmlformats.org/officeDocument/2006/relationships/slide" Target="/ppt/slides/slide6.xml" Id="R6619de9700194a48" /><Relationship Type="http://schemas.openxmlformats.org/officeDocument/2006/relationships/slide" Target="/ppt/slides/slide7.xml" Id="Rf62db957514945c0" /><Relationship Type="http://schemas.openxmlformats.org/officeDocument/2006/relationships/slide" Target="/ppt/slides/slide8.xml" Id="Rd45309b393ca48d3" /><Relationship Type="http://schemas.openxmlformats.org/officeDocument/2006/relationships/slide" Target="/ppt/slides/slide9.xml" Id="R77cd232a1e3e4f71" /><Relationship Type="http://schemas.openxmlformats.org/officeDocument/2006/relationships/slide" Target="/ppt/slides/slide10.xml" Id="R9cc8bdad53ac48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53afc87d2544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0fef13dfcd4dce" /><Relationship Type="http://schemas.openxmlformats.org/officeDocument/2006/relationships/notesMaster" Target="/ppt/notesMasters/notesMaster1.xml" Id="R6bf7a9f6d50d47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2a954e835446b2" /><Relationship Type="http://schemas.openxmlformats.org/officeDocument/2006/relationships/notesMaster" Target="/ppt/notesMasters/notesMaster1.xml" Id="R486421d7162149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28a02da5b74eb0" /><Relationship Type="http://schemas.openxmlformats.org/officeDocument/2006/relationships/notesMaster" Target="/ppt/notesMasters/notesMaster1.xml" Id="R4a48fbdd02ef4c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1759ce6e5345dd" /><Relationship Type="http://schemas.openxmlformats.org/officeDocument/2006/relationships/notesMaster" Target="/ppt/notesMasters/notesMaster1.xml" Id="R6522bafdf32345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c88be0817f4514" /><Relationship Type="http://schemas.openxmlformats.org/officeDocument/2006/relationships/notesMaster" Target="/ppt/notesMasters/notesMaster1.xml" Id="Readace80bfcd40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25ff1e72a44b3e" /><Relationship Type="http://schemas.openxmlformats.org/officeDocument/2006/relationships/notesMaster" Target="/ppt/notesMasters/notesMaster1.xml" Id="R821ed8969a9547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33f6f241f24ff5" /><Relationship Type="http://schemas.openxmlformats.org/officeDocument/2006/relationships/notesMaster" Target="/ppt/notesMasters/notesMaster1.xml" Id="R242a0c741a1741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19dd0f8a914510" /><Relationship Type="http://schemas.openxmlformats.org/officeDocument/2006/relationships/notesMaster" Target="/ppt/notesMasters/notesMaster1.xml" Id="R79456141d15340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bb80993b144b13" /><Relationship Type="http://schemas.openxmlformats.org/officeDocument/2006/relationships/notesMaster" Target="/ppt/notesMasters/notesMaster1.xml" Id="R93a9ca948c9140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799235541c4848" /><Relationship Type="http://schemas.openxmlformats.org/officeDocument/2006/relationships/notesMaster" Target="/ppt/notesMasters/notesMaster1.xml" Id="R3df0a127f36d40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Introductory Statistics, sección 3.1: https://openstax.org/books/introductory-statistics/pages/3-1-terminology</a:t>
            </a:r>
          </a:p>
          <a:p xmlns:a="http://schemas.openxmlformats.org/drawingml/2006/main">
            <a:r>
              <a:t>OpenStax, College Algebra, sección 9.5: https://openstax.org/books/college-algebra/pages/9-5-counting-principles</a:t>
            </a:r>
          </a:p>
          <a:p xmlns:a="http://schemas.openxmlformats.org/drawingml/2006/main">
            <a:r>
              <a:t>Montgomery y Runger, Applied Statistics and Probability for Engineers, 7th ed., Wiley: https://www.wiley.com/en-us/applied-statistics-and-probability-for-engineers-7th-edition-p-9781119400363</a:t>
            </a:r>
          </a:p>
          <a:p xmlns:a="http://schemas.openxmlformats.org/drawingml/2006/main">
            <a:r>
              <a:t>Walpole et al., Probability and Statistics for Engineers and Scientists, 9th ed., Pearson. Catálogo: https://in.pearson.com/content/dam/region-growth/india/pearson-india/in-pdc/pdf/new-catalog-pdf/Catalogue-MathsPhysicsChemandBio-2025.pdf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Introductory Statistics, sección 3.1: https://openstax.org/books/introductory-statistics/pages/3-1-terminology</a:t>
            </a:r>
          </a:p>
          <a:p xmlns:a="http://schemas.openxmlformats.org/drawingml/2006/main">
            <a:r>
              <a:t>Montgomery y Runger, Applied Statistics and Probability for Engineers, 7th ed., Wiley: https://www.wiley.com/en-us/applied-statistics-and-probability-for-engineers-7th-edition-p-9781119400363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Introductory Statistics, sección 3.1: https://openstax.org/books/introductory-statistics/pages/3-1-terminology</a:t>
            </a:r>
          </a:p>
          <a:p xmlns:a="http://schemas.openxmlformats.org/drawingml/2006/main">
            <a:r>
              <a:t>OpenStax, College Algebra 2e, ecuaciones del capítulo 9: https://openstax.org/books/college-algebra-2e/pages/9-key-equations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Introductory Statistics, sección 3.1: https://openstax.org/books/introductory-statistics/pages/3-1-terminology</a:t>
            </a:r>
          </a:p>
          <a:p xmlns:a="http://schemas.openxmlformats.org/drawingml/2006/main">
            <a:r>
              <a:t>OpenStax, College Algebra 2e, ecuaciones del capítulo 9: https://openstax.org/books/college-algebra-2e/pages/9-key-equations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Introductory Statistics, sección 3.1: https://openstax.org/books/introductory-statistics/pages/3-1-terminology</a:t>
            </a:r>
          </a:p>
          <a:p xmlns:a="http://schemas.openxmlformats.org/drawingml/2006/main">
            <a:r>
              <a:t>Montgomery y Runger, Applied Statistics and Probability for Engineers, 7th ed., Wiley: https://www.wiley.com/en-us/applied-statistics-and-probability-for-engineers-7th-edition-p-9781119400363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College Algebra, sección 9.5: https://openstax.org/books/college-algebra/pages/9-5-counting-principles</a:t>
            </a:r>
          </a:p>
          <a:p xmlns:a="http://schemas.openxmlformats.org/drawingml/2006/main">
            <a:r>
              <a:t>OpenStax, College Algebra 2e, ecuaciones del capítulo 9: https://openstax.org/books/college-algebra-2e/pages/9-key-equations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College Algebra, sección 9.5: https://openstax.org/books/college-algebra/pages/9-5-counting-principles</a:t>
            </a:r>
          </a:p>
          <a:p xmlns:a="http://schemas.openxmlformats.org/drawingml/2006/main">
            <a:r>
              <a:t>OpenStax, College Algebra 2e, ecuaciones del capítulo 9: https://openstax.org/books/college-algebra-2e/pages/9-key-equations</a:t>
            </a:r>
          </a:p>
          <a:p xmlns:a="http://schemas.openxmlformats.org/drawingml/2006/main">
            <a:r>
              <a:t>Walpole et al., Probability and Statistics for Engineers and Scientists, 9th ed., Pearson. Catálogo: https://in.pearson.com/content/dam/region-growth/india/pearson-india/in-pdc/pdf/new-catalog-pdf/Catalogue-MathsPhysicsChemandBio-2025.pdf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College Algebra, sección 9.5: https://openstax.org/books/college-algebra/pages/9-5-counting-principles</a:t>
            </a:r>
          </a:p>
          <a:p xmlns:a="http://schemas.openxmlformats.org/drawingml/2006/main">
            <a:r>
              <a:t>OpenStax, College Algebra 2e, ecuaciones del capítulo 9: https://openstax.org/books/college-algebra-2e/pages/9-key-equations</a:t>
            </a:r>
          </a:p>
          <a:p xmlns:a="http://schemas.openxmlformats.org/drawingml/2006/main">
            <a:r>
              <a:t>Montgomery y Runger, Applied Statistics and Probability for Engineers, 7th ed., Wiley: https://www.wiley.com/en-us/applied-statistics-and-probability-for-engineers-7th-edition-p-9781119400363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College Algebra, sección 9.5: https://openstax.org/books/college-algebra/pages/9-5-counting-principles</a:t>
            </a:r>
          </a:p>
          <a:p xmlns:a="http://schemas.openxmlformats.org/drawingml/2006/main">
            <a:r>
              <a:t>OpenStax, College Algebra 2e, ecuaciones del capítulo 9: https://openstax.org/books/college-algebra-2e/pages/9-key-equations</a:t>
            </a:r>
          </a:p>
          <a:p xmlns:a="http://schemas.openxmlformats.org/drawingml/2006/main">
            <a:r>
              <a:t>Walpole et al., Probability and Statistics for Engineers and Scientists, 9th ed., Pearson. Catálogo: https://in.pearson.com/content/dam/region-growth/india/pearson-india/in-pdc/pdf/new-catalog-pdf/Catalogue-MathsPhysicsChemandBio-2025.pdf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Introductory Statistics, sección 3.1: https://openstax.org/books/introductory-statistics/pages/3-1-terminology</a:t>
            </a:r>
          </a:p>
          <a:p xmlns:a="http://schemas.openxmlformats.org/drawingml/2006/main">
            <a:r>
              <a:t>OpenStax, College Algebra, sección 9.5: https://openstax.org/books/college-algebra/pages/9-5-counting-principles</a:t>
            </a:r>
          </a:p>
          <a:p xmlns:a="http://schemas.openxmlformats.org/drawingml/2006/main">
            <a:r>
              <a:t>OpenStax, College Algebra 2e, ecuaciones del capítulo 9: https://openstax.org/books/college-algebra-2e/pages/9-key-equations</a:t>
            </a:r>
          </a:p>
          <a:p xmlns:a="http://schemas.openxmlformats.org/drawingml/2006/main">
            <a:r>
              <a:t>Montgomery y Runger, Applied Statistics and Probability for Engineers, 7th ed., Wiley: https://www.wiley.com/en-us/applied-statistics-and-probability-for-engineers-7th-edition-p-9781119400363</a:t>
            </a:r>
          </a:p>
          <a:p xmlns:a="http://schemas.openxmlformats.org/drawingml/2006/main">
            <a:r>
              <a:t>Walpole et al., Probability and Statistics for Engineers and Scientists, 9th ed., Pearson. Catálogo: https://in.pearson.com/content/dam/region-growth/india/pearson-india/in-pdc/pdf/new-catalog-pdf/Catalogue-MathsPhysicsChemandBio-2025.pdf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354626b2147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97eeb728140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46773b04044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7fedb58494f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a7f32369049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782b401d943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A2663C-64C7-4AE8-87DB-8DF44AA0F3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9D806C-DA02-4507-B23C-053506599C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69DB98-3483-45DA-859D-60FE933A48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AB0EC4-66CB-4DF7-9CAB-58C1598BA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47DCE1-4DD7-4256-AD9E-4183EEA7E9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DFECB4-D7EC-4893-8857-3A46D5112A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CB120A-F646-436A-BE9F-E40657CDB8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2D23AD-8734-4D70-823D-FDD919C5DF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571538-D9B1-45CC-8369-29BFDDC09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5C73CD-F568-479F-98AC-3A15ECFD15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c6b236032d4c5f" /><Relationship Type="http://schemas.openxmlformats.org/officeDocument/2006/relationships/slideLayout" Target="/ppt/slideLayouts/slideLayout1.xml" Id="R3f4ace36939b42d1" /><Relationship Type="http://schemas.openxmlformats.org/officeDocument/2006/relationships/slideLayout" Target="/ppt/slideLayouts/slideLayout2.xml" Id="R080844f656e4449d" /><Relationship Type="http://schemas.openxmlformats.org/officeDocument/2006/relationships/slideLayout" Target="/ppt/slideLayouts/slideLayout3.xml" Id="R511711f2ad054bf7" /><Relationship Type="http://schemas.openxmlformats.org/officeDocument/2006/relationships/slideLayout" Target="/ppt/slideLayouts/slideLayout4.xml" Id="Rd3d4a309cdd14928" /><Relationship Type="http://schemas.openxmlformats.org/officeDocument/2006/relationships/slideLayout" Target="/ppt/slideLayouts/slideLayout5.xml" Id="R365a9e6f3ce541a8" /><Relationship Type="http://schemas.openxmlformats.org/officeDocument/2006/relationships/slideLayout" Target="/ppt/slideLayouts/slideLayout6.xml" Id="R524c9dfe9bb34c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4ace36939b42d1"/>
    <p:sldLayoutId xmlns:r="http://schemas.openxmlformats.org/officeDocument/2006/relationships" id="2147483650" r:id="R080844f656e4449d"/>
    <p:sldLayoutId xmlns:r="http://schemas.openxmlformats.org/officeDocument/2006/relationships" id="2147483651" r:id="R511711f2ad054bf7"/>
    <p:sldLayoutId xmlns:r="http://schemas.openxmlformats.org/officeDocument/2006/relationships" id="2147483652" r:id="Rd3d4a309cdd14928"/>
    <p:sldLayoutId xmlns:r="http://schemas.openxmlformats.org/officeDocument/2006/relationships" id="2147483653" r:id="R365a9e6f3ce541a8"/>
    <p:sldLayoutId xmlns:r="http://schemas.openxmlformats.org/officeDocument/2006/relationships" id="2147483654" r:id="R524c9dfe9bb34c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fc1ec3c0d47fc" /><Relationship Type="http://schemas.openxmlformats.org/officeDocument/2006/relationships/notesSlide" Target="/ppt/notesSlides/notesSlide1.xml" Id="Ra062b380d43648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a8253440f47a6" /><Relationship Type="http://schemas.openxmlformats.org/officeDocument/2006/relationships/notesSlide" Target="/ppt/notesSlides/notesSlide2.xml" Id="Ra8f3aba33e8c45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7a5953b4f43db" /><Relationship Type="http://schemas.openxmlformats.org/officeDocument/2006/relationships/notesSlide" Target="/ppt/notesSlides/notesSlide3.xml" Id="Rcf2e7a0fd0df4b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04126247f6469c" /><Relationship Type="http://schemas.openxmlformats.org/officeDocument/2006/relationships/notesSlide" Target="/ppt/notesSlides/notesSlide4.xml" Id="R4a23ccb9d9404d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77170728a4ccd" /><Relationship Type="http://schemas.openxmlformats.org/officeDocument/2006/relationships/notesSlide" Target="/ppt/notesSlides/notesSlide5.xml" Id="R328ee43145ad48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f4ed61bdd647c2" /><Relationship Type="http://schemas.openxmlformats.org/officeDocument/2006/relationships/notesSlide" Target="/ppt/notesSlides/notesSlide6.xml" Id="R1549df1e57af40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bfda6f6e7d488a" /><Relationship Type="http://schemas.openxmlformats.org/officeDocument/2006/relationships/notesSlide" Target="/ppt/notesSlides/notesSlide7.xml" Id="R7be996e61ff34d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d77b167f44e78" /><Relationship Type="http://schemas.openxmlformats.org/officeDocument/2006/relationships/notesSlide" Target="/ppt/notesSlides/notesSlide8.xml" Id="R8237a797ecc54b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82c5fd2d284638" /><Relationship Type="http://schemas.openxmlformats.org/officeDocument/2006/relationships/notesSlide" Target="/ppt/notesSlides/notesSlide9.xml" Id="R8e1e099379544c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8a2ba0338e48b3" /><Relationship Type="http://schemas.openxmlformats.org/officeDocument/2006/relationships/notesSlide" Target="/ppt/notesSlides/notesSlide10.xml" Id="R34ef8499c5124e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E7BCE-33AA-4BE2-A984-C496221A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ED7D9"/>
                </a:solidFill>
              </a:defRPr>
            </a:defPPr>
            <a:lvl1pPr>
              <a:defRPr sz="1200" b="1">
                <a:solidFill>
                  <a:srgbClr val="8ED7D9"/>
                </a:solidFill>
              </a:defRPr>
            </a:lvl1pPr>
            <a:lvl2pPr>
              <a:defRPr sz="1200" b="1">
                <a:solidFill>
                  <a:srgbClr val="8ED7D9"/>
                </a:solidFill>
              </a:defRPr>
            </a:lvl2pPr>
            <a:lvl3pPr>
              <a:defRPr sz="1200" b="1">
                <a:solidFill>
                  <a:srgbClr val="8ED7D9"/>
                </a:solidFill>
              </a:defRPr>
            </a:lvl3pPr>
            <a:lvl4pPr>
              <a:defRPr sz="1200" b="1">
                <a:solidFill>
                  <a:srgbClr val="8ED7D9"/>
                </a:solidFill>
              </a:defRPr>
            </a:lvl4pPr>
            <a:lvl5pPr>
              <a:defRPr sz="1200" b="1">
                <a:solidFill>
                  <a:srgbClr val="8ED7D9"/>
                </a:solidFill>
              </a:defRPr>
            </a:lvl5pPr>
            <a:lvl6pPr>
              <a:defRPr sz="1200" b="1">
                <a:solidFill>
                  <a:srgbClr val="8ED7D9"/>
                </a:solidFill>
              </a:defRPr>
            </a:lvl6pPr>
            <a:lvl7pPr>
              <a:defRPr sz="1200" b="1">
                <a:solidFill>
                  <a:srgbClr val="8ED7D9"/>
                </a:solidFill>
              </a:defRPr>
            </a:lvl7pPr>
            <a:lvl8pPr>
              <a:defRPr sz="1200" b="1">
                <a:solidFill>
                  <a:srgbClr val="8ED7D9"/>
                </a:solidFill>
              </a:defRPr>
            </a:lvl8pPr>
            <a:lvl9pPr>
              <a:defRPr sz="1200" b="1">
                <a:solidFill>
                  <a:srgbClr val="8ED7D9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8ED7D9"/>
                </a:solidFill>
              </a:defRPr>
            </a:pPr>
            <a:r>
              <a:rPr sz="1200" b="1">
                <a:solidFill>
                  <a:srgbClr val="8ED7D9"/>
                </a:solidFill>
              </a:rPr>
              <a:t>PROBABILIDAD Y ESTADÍSTICA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E3806-FBFE-4535-BB34-DF23AF79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Ocurrencia de eventos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9E686-3198-4CAD-ADF8-1CA93BF7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D27A"/>
                </a:solidFill>
              </a:defRPr>
            </a:defPPr>
            <a:lvl1pPr>
              <a:defRPr sz="3150" b="1">
                <a:solidFill>
                  <a:srgbClr val="FFD27A"/>
                </a:solidFill>
              </a:defRPr>
            </a:lvl1pPr>
            <a:lvl2pPr>
              <a:defRPr sz="3150" b="1">
                <a:solidFill>
                  <a:srgbClr val="FFD27A"/>
                </a:solidFill>
              </a:defRPr>
            </a:lvl2pPr>
            <a:lvl3pPr>
              <a:defRPr sz="3150" b="1">
                <a:solidFill>
                  <a:srgbClr val="FFD27A"/>
                </a:solidFill>
              </a:defRPr>
            </a:lvl3pPr>
            <a:lvl4pPr>
              <a:defRPr sz="3150" b="1">
                <a:solidFill>
                  <a:srgbClr val="FFD27A"/>
                </a:solidFill>
              </a:defRPr>
            </a:lvl4pPr>
            <a:lvl5pPr>
              <a:defRPr sz="3150" b="1">
                <a:solidFill>
                  <a:srgbClr val="FFD27A"/>
                </a:solidFill>
              </a:defRPr>
            </a:lvl5pPr>
            <a:lvl6pPr>
              <a:defRPr sz="3150" b="1">
                <a:solidFill>
                  <a:srgbClr val="FFD27A"/>
                </a:solidFill>
              </a:defRPr>
            </a:lvl6pPr>
            <a:lvl7pPr>
              <a:defRPr sz="3150" b="1">
                <a:solidFill>
                  <a:srgbClr val="FFD27A"/>
                </a:solidFill>
              </a:defRPr>
            </a:lvl7pPr>
            <a:lvl8pPr>
              <a:defRPr sz="3150" b="1">
                <a:solidFill>
                  <a:srgbClr val="FFD27A"/>
                </a:solidFill>
              </a:defRPr>
            </a:lvl8pPr>
            <a:lvl9pPr>
              <a:defRPr sz="3150" b="1">
                <a:solidFill>
                  <a:srgbClr val="FFD27A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D27A"/>
                </a:solidFill>
              </a:defRPr>
            </a:pPr>
            <a:r>
              <a:rPr sz="3150" b="1">
                <a:solidFill>
                  <a:srgbClr val="FFD27A"/>
                </a:solidFill>
              </a:rPr>
              <a:t>Permutaciones y combinaciones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CA39D-B97E-4BD8-88BD-BA9C19E7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BEEBEC"/>
                </a:solidFill>
              </a:defRPr>
            </a:defPPr>
            <a:lvl1pPr>
              <a:defRPr sz="1875" b="1">
                <a:solidFill>
                  <a:srgbClr val="BEEBEC"/>
                </a:solidFill>
              </a:defRPr>
            </a:lvl1pPr>
            <a:lvl2pPr>
              <a:defRPr sz="1875" b="1">
                <a:solidFill>
                  <a:srgbClr val="BEEBEC"/>
                </a:solidFill>
              </a:defRPr>
            </a:lvl2pPr>
            <a:lvl3pPr>
              <a:defRPr sz="1875" b="1">
                <a:solidFill>
                  <a:srgbClr val="BEEBEC"/>
                </a:solidFill>
              </a:defRPr>
            </a:lvl3pPr>
            <a:lvl4pPr>
              <a:defRPr sz="1875" b="1">
                <a:solidFill>
                  <a:srgbClr val="BEEBEC"/>
                </a:solidFill>
              </a:defRPr>
            </a:lvl4pPr>
            <a:lvl5pPr>
              <a:defRPr sz="1875" b="1">
                <a:solidFill>
                  <a:srgbClr val="BEEBEC"/>
                </a:solidFill>
              </a:defRPr>
            </a:lvl5pPr>
            <a:lvl6pPr>
              <a:defRPr sz="1875" b="1">
                <a:solidFill>
                  <a:srgbClr val="BEEBEC"/>
                </a:solidFill>
              </a:defRPr>
            </a:lvl6pPr>
            <a:lvl7pPr>
              <a:defRPr sz="1875" b="1">
                <a:solidFill>
                  <a:srgbClr val="BEEBEC"/>
                </a:solidFill>
              </a:defRPr>
            </a:lvl7pPr>
            <a:lvl8pPr>
              <a:defRPr sz="1875" b="1">
                <a:solidFill>
                  <a:srgbClr val="BEEBEC"/>
                </a:solidFill>
              </a:defRPr>
            </a:lvl8pPr>
            <a:lvl9pPr>
              <a:defRPr sz="1875" b="1">
                <a:solidFill>
                  <a:srgbClr val="BEEBE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EEBEC"/>
                </a:solidFill>
              </a:defRPr>
            </a:pPr>
            <a:r>
              <a:rPr sz="1875" b="1">
                <a:solidFill>
                  <a:srgbClr val="BEEBEC"/>
                </a:solidFill>
              </a:rPr>
              <a:t>Láminas de trabajo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1BA9B-E758-4497-AEC9-F3508FFE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7D7E5"/>
                </a:solidFill>
              </a:defRPr>
            </a:defPPr>
            <a:lvl1pPr>
              <a:defRPr sz="1500" b="0">
                <a:solidFill>
                  <a:srgbClr val="C7D7E5"/>
                </a:solidFill>
              </a:defRPr>
            </a:lvl1pPr>
            <a:lvl2pPr>
              <a:defRPr sz="1500" b="0">
                <a:solidFill>
                  <a:srgbClr val="C7D7E5"/>
                </a:solidFill>
              </a:defRPr>
            </a:lvl2pPr>
            <a:lvl3pPr>
              <a:defRPr sz="1500" b="0">
                <a:solidFill>
                  <a:srgbClr val="C7D7E5"/>
                </a:solidFill>
              </a:defRPr>
            </a:lvl3pPr>
            <a:lvl4pPr>
              <a:defRPr sz="1500" b="0">
                <a:solidFill>
                  <a:srgbClr val="C7D7E5"/>
                </a:solidFill>
              </a:defRPr>
            </a:lvl4pPr>
            <a:lvl5pPr>
              <a:defRPr sz="1500" b="0">
                <a:solidFill>
                  <a:srgbClr val="C7D7E5"/>
                </a:solidFill>
              </a:defRPr>
            </a:lvl5pPr>
            <a:lvl6pPr>
              <a:defRPr sz="1500" b="0">
                <a:solidFill>
                  <a:srgbClr val="C7D7E5"/>
                </a:solidFill>
              </a:defRPr>
            </a:lvl6pPr>
            <a:lvl7pPr>
              <a:defRPr sz="1500" b="0">
                <a:solidFill>
                  <a:srgbClr val="C7D7E5"/>
                </a:solidFill>
              </a:defRPr>
            </a:lvl7pPr>
            <a:lvl8pPr>
              <a:defRPr sz="1500" b="0">
                <a:solidFill>
                  <a:srgbClr val="C7D7E5"/>
                </a:solidFill>
              </a:defRPr>
            </a:lvl8pPr>
            <a:lvl9pPr>
              <a:defRPr sz="1500" b="0">
                <a:solidFill>
                  <a:srgbClr val="C7D7E5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7D7E5"/>
                </a:solidFill>
              </a:defRPr>
            </a:pPr>
            <a:r>
              <a:rPr sz="1500" b="0">
                <a:solidFill>
                  <a:srgbClr val="C7D7E5"/>
                </a:solidFill>
              </a:rPr>
              <a:t>Temas 2.3 y 2.4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B839A-66A5-4267-AC82-728F6BAC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ED0"/>
                </a:solidFill>
              </a:defRPr>
            </a:defPPr>
            <a:lvl1pPr>
              <a:defRPr sz="1125" b="0">
                <a:solidFill>
                  <a:srgbClr val="A9BED0"/>
                </a:solidFill>
              </a:defRPr>
            </a:lvl1pPr>
            <a:lvl2pPr>
              <a:defRPr sz="1125" b="0">
                <a:solidFill>
                  <a:srgbClr val="A9BED0"/>
                </a:solidFill>
              </a:defRPr>
            </a:lvl2pPr>
            <a:lvl3pPr>
              <a:defRPr sz="1125" b="0">
                <a:solidFill>
                  <a:srgbClr val="A9BED0"/>
                </a:solidFill>
              </a:defRPr>
            </a:lvl3pPr>
            <a:lvl4pPr>
              <a:defRPr sz="1125" b="0">
                <a:solidFill>
                  <a:srgbClr val="A9BED0"/>
                </a:solidFill>
              </a:defRPr>
            </a:lvl4pPr>
            <a:lvl5pPr>
              <a:defRPr sz="1125" b="0">
                <a:solidFill>
                  <a:srgbClr val="A9BED0"/>
                </a:solidFill>
              </a:defRPr>
            </a:lvl5pPr>
            <a:lvl6pPr>
              <a:defRPr sz="1125" b="0">
                <a:solidFill>
                  <a:srgbClr val="A9BED0"/>
                </a:solidFill>
              </a:defRPr>
            </a:lvl6pPr>
            <a:lvl7pPr>
              <a:defRPr sz="1125" b="0">
                <a:solidFill>
                  <a:srgbClr val="A9BED0"/>
                </a:solidFill>
              </a:defRPr>
            </a:lvl7pPr>
            <a:lvl8pPr>
              <a:defRPr sz="1125" b="0">
                <a:solidFill>
                  <a:srgbClr val="A9BED0"/>
                </a:solidFill>
              </a:defRPr>
            </a:lvl8pPr>
            <a:lvl9pPr>
              <a:defRPr sz="1125" b="0">
                <a:solidFill>
                  <a:srgbClr val="A9BED0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9BED0"/>
                </a:solidFill>
              </a:defRPr>
            </a:pPr>
            <a:r>
              <a:rPr sz="1125" b="0">
                <a:solidFill>
                  <a:srgbClr val="A9BED0"/>
                </a:solidFill>
              </a:rPr>
              <a:t>IM3CB  |  Material previo a publicación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87272-E9F2-425E-A233-2A04551D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095375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8C7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CC03D-D001-476B-8E61-22C81455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52625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3B5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ED387-4CFB-4F7E-A6E2-35106325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049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2467A-6FA7-4567-8D60-4DC4A6C2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5717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01357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F6902-A9F3-4A6A-9B97-8A0A3797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7D518-F761-4538-9075-B270692B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Ocurrencia de un evento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28278-C5C9-456C-B763-F848B814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Un evento ocurre cuando el resultado observado pertenece al conjunto que lo define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084FD-4068-48FB-B5DE-A95A6097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47F97-5F95-4A49-ADE0-F1851BD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C83"/>
                </a:solidFill>
              </a:defRPr>
            </a:defPPr>
            <a:lvl1pPr>
              <a:defRPr sz="1650" b="1">
                <a:solidFill>
                  <a:srgbClr val="007C83"/>
                </a:solidFill>
              </a:defRPr>
            </a:lvl1pPr>
            <a:lvl2pPr>
              <a:defRPr sz="1650" b="1">
                <a:solidFill>
                  <a:srgbClr val="007C83"/>
                </a:solidFill>
              </a:defRPr>
            </a:lvl2pPr>
            <a:lvl3pPr>
              <a:defRPr sz="1650" b="1">
                <a:solidFill>
                  <a:srgbClr val="007C83"/>
                </a:solidFill>
              </a:defRPr>
            </a:lvl3pPr>
            <a:lvl4pPr>
              <a:defRPr sz="1650" b="1">
                <a:solidFill>
                  <a:srgbClr val="007C83"/>
                </a:solidFill>
              </a:defRPr>
            </a:lvl4pPr>
            <a:lvl5pPr>
              <a:defRPr sz="1650" b="1">
                <a:solidFill>
                  <a:srgbClr val="007C83"/>
                </a:solidFill>
              </a:defRPr>
            </a:lvl5pPr>
            <a:lvl6pPr>
              <a:defRPr sz="1650" b="1">
                <a:solidFill>
                  <a:srgbClr val="007C83"/>
                </a:solidFill>
              </a:defRPr>
            </a:lvl6pPr>
            <a:lvl7pPr>
              <a:defRPr sz="1650" b="1">
                <a:solidFill>
                  <a:srgbClr val="007C83"/>
                </a:solidFill>
              </a:defRPr>
            </a:lvl7pPr>
            <a:lvl8pPr>
              <a:defRPr sz="1650" b="1">
                <a:solidFill>
                  <a:srgbClr val="007C83"/>
                </a:solidFill>
              </a:defRPr>
            </a:lvl8pPr>
            <a:lvl9pPr>
              <a:defRPr sz="165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C83"/>
                </a:solidFill>
              </a:defRPr>
            </a:pPr>
            <a:r>
              <a:rPr sz="1650" b="1">
                <a:solidFill>
                  <a:srgbClr val="007C83"/>
                </a:solidFill>
              </a:rPr>
              <a:t>Completa los conceptos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1A239-57A0-438F-AF6D-CD9F6DA4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324F"/>
                </a:solidFill>
              </a:defRPr>
            </a:defPPr>
            <a:lvl1pPr>
              <a:defRPr sz="1425" b="1">
                <a:solidFill>
                  <a:srgbClr val="16324F"/>
                </a:solidFill>
              </a:defRPr>
            </a:lvl1pPr>
            <a:lvl2pPr>
              <a:defRPr sz="1425" b="1">
                <a:solidFill>
                  <a:srgbClr val="16324F"/>
                </a:solidFill>
              </a:defRPr>
            </a:lvl2pPr>
            <a:lvl3pPr>
              <a:defRPr sz="1425" b="1">
                <a:solidFill>
                  <a:srgbClr val="16324F"/>
                </a:solidFill>
              </a:defRPr>
            </a:lvl3pPr>
            <a:lvl4pPr>
              <a:defRPr sz="1425" b="1">
                <a:solidFill>
                  <a:srgbClr val="16324F"/>
                </a:solidFill>
              </a:defRPr>
            </a:lvl4pPr>
            <a:lvl5pPr>
              <a:defRPr sz="1425" b="1">
                <a:solidFill>
                  <a:srgbClr val="16324F"/>
                </a:solidFill>
              </a:defRPr>
            </a:lvl5pPr>
            <a:lvl6pPr>
              <a:defRPr sz="1425" b="1">
                <a:solidFill>
                  <a:srgbClr val="16324F"/>
                </a:solidFill>
              </a:defRPr>
            </a:lvl6pPr>
            <a:lvl7pPr>
              <a:defRPr sz="1425" b="1">
                <a:solidFill>
                  <a:srgbClr val="16324F"/>
                </a:solidFill>
              </a:defRPr>
            </a:lvl7pPr>
            <a:lvl8pPr>
              <a:defRPr sz="1425" b="1">
                <a:solidFill>
                  <a:srgbClr val="16324F"/>
                </a:solidFill>
              </a:defRPr>
            </a:lvl8pPr>
            <a:lvl9pPr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Experimento aleatorio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36415-BBCF-4B64-BBCE-66C2E692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________________________________________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3ADE8-033A-4542-8A49-2D37EE2A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324F"/>
                </a:solidFill>
              </a:defRPr>
            </a:defPPr>
            <a:lvl1pPr>
              <a:defRPr sz="1425" b="1">
                <a:solidFill>
                  <a:srgbClr val="16324F"/>
                </a:solidFill>
              </a:defRPr>
            </a:lvl1pPr>
            <a:lvl2pPr>
              <a:defRPr sz="1425" b="1">
                <a:solidFill>
                  <a:srgbClr val="16324F"/>
                </a:solidFill>
              </a:defRPr>
            </a:lvl2pPr>
            <a:lvl3pPr>
              <a:defRPr sz="1425" b="1">
                <a:solidFill>
                  <a:srgbClr val="16324F"/>
                </a:solidFill>
              </a:defRPr>
            </a:lvl3pPr>
            <a:lvl4pPr>
              <a:defRPr sz="1425" b="1">
                <a:solidFill>
                  <a:srgbClr val="16324F"/>
                </a:solidFill>
              </a:defRPr>
            </a:lvl4pPr>
            <a:lvl5pPr>
              <a:defRPr sz="1425" b="1">
                <a:solidFill>
                  <a:srgbClr val="16324F"/>
                </a:solidFill>
              </a:defRPr>
            </a:lvl5pPr>
            <a:lvl6pPr>
              <a:defRPr sz="1425" b="1">
                <a:solidFill>
                  <a:srgbClr val="16324F"/>
                </a:solidFill>
              </a:defRPr>
            </a:lvl6pPr>
            <a:lvl7pPr>
              <a:defRPr sz="1425" b="1">
                <a:solidFill>
                  <a:srgbClr val="16324F"/>
                </a:solidFill>
              </a:defRPr>
            </a:lvl7pPr>
            <a:lvl8pPr>
              <a:defRPr sz="1425" b="1">
                <a:solidFill>
                  <a:srgbClr val="16324F"/>
                </a:solidFill>
              </a:defRPr>
            </a:lvl8pPr>
            <a:lvl9pPr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Espacio muestral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634F6-AF6D-4DB8-BE5F-417EEBCD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3372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________________________________________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838BA-A776-4D44-9A7E-3A8968E0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324F"/>
                </a:solidFill>
              </a:defRPr>
            </a:defPPr>
            <a:lvl1pPr>
              <a:defRPr sz="1425" b="1">
                <a:solidFill>
                  <a:srgbClr val="16324F"/>
                </a:solidFill>
              </a:defRPr>
            </a:lvl1pPr>
            <a:lvl2pPr>
              <a:defRPr sz="1425" b="1">
                <a:solidFill>
                  <a:srgbClr val="16324F"/>
                </a:solidFill>
              </a:defRPr>
            </a:lvl2pPr>
            <a:lvl3pPr>
              <a:defRPr sz="1425" b="1">
                <a:solidFill>
                  <a:srgbClr val="16324F"/>
                </a:solidFill>
              </a:defRPr>
            </a:lvl3pPr>
            <a:lvl4pPr>
              <a:defRPr sz="1425" b="1">
                <a:solidFill>
                  <a:srgbClr val="16324F"/>
                </a:solidFill>
              </a:defRPr>
            </a:lvl4pPr>
            <a:lvl5pPr>
              <a:defRPr sz="1425" b="1">
                <a:solidFill>
                  <a:srgbClr val="16324F"/>
                </a:solidFill>
              </a:defRPr>
            </a:lvl5pPr>
            <a:lvl6pPr>
              <a:defRPr sz="1425" b="1">
                <a:solidFill>
                  <a:srgbClr val="16324F"/>
                </a:solidFill>
              </a:defRPr>
            </a:lvl6pPr>
            <a:lvl7pPr>
              <a:defRPr sz="1425" b="1">
                <a:solidFill>
                  <a:srgbClr val="16324F"/>
                </a:solidFill>
              </a:defRPr>
            </a:lvl7pPr>
            <a:lvl8pPr>
              <a:defRPr sz="1425" b="1">
                <a:solidFill>
                  <a:srgbClr val="16324F"/>
                </a:solidFill>
              </a:defRPr>
            </a:lvl8pPr>
            <a:lvl9pPr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Evento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3A977-6B34-459A-9EA7-EF6DDFB8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________________________________________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2766F-E53E-4C00-9F75-0BBCF287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324F"/>
                </a:solidFill>
              </a:defRPr>
            </a:defPPr>
            <a:lvl1pPr>
              <a:defRPr sz="1425" b="1">
                <a:solidFill>
                  <a:srgbClr val="16324F"/>
                </a:solidFill>
              </a:defRPr>
            </a:lvl1pPr>
            <a:lvl2pPr>
              <a:defRPr sz="1425" b="1">
                <a:solidFill>
                  <a:srgbClr val="16324F"/>
                </a:solidFill>
              </a:defRPr>
            </a:lvl2pPr>
            <a:lvl3pPr>
              <a:defRPr sz="1425" b="1">
                <a:solidFill>
                  <a:srgbClr val="16324F"/>
                </a:solidFill>
              </a:defRPr>
            </a:lvl3pPr>
            <a:lvl4pPr>
              <a:defRPr sz="1425" b="1">
                <a:solidFill>
                  <a:srgbClr val="16324F"/>
                </a:solidFill>
              </a:defRPr>
            </a:lvl4pPr>
            <a:lvl5pPr>
              <a:defRPr sz="1425" b="1">
                <a:solidFill>
                  <a:srgbClr val="16324F"/>
                </a:solidFill>
              </a:defRPr>
            </a:lvl5pPr>
            <a:lvl6pPr>
              <a:defRPr sz="1425" b="1">
                <a:solidFill>
                  <a:srgbClr val="16324F"/>
                </a:solidFill>
              </a:defRPr>
            </a:lvl6pPr>
            <a:lvl7pPr>
              <a:defRPr sz="1425" b="1">
                <a:solidFill>
                  <a:srgbClr val="16324F"/>
                </a:solidFill>
              </a:defRPr>
            </a:lvl7pPr>
            <a:lvl8pPr>
              <a:defRPr sz="1425" b="1">
                <a:solidFill>
                  <a:srgbClr val="16324F"/>
                </a:solidFill>
              </a:defRPr>
            </a:lvl8pPr>
            <a:lvl9pPr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Ocurrencia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B3622-2EAB-4DA3-9CB0-5DC1DF37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624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________________________________________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D1925-C0E8-4310-A2C5-76BAF7F8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44291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2F2"/>
          </a:solidFill>
          <a:ln xmlns:a="http://schemas.openxmlformats.org/drawingml/2006/main" w="9525">
            <a:solidFill>
              <a:srgbClr val="007C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90431-BE46-4AB7-BF19-2B621508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020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324F"/>
                </a:solidFill>
              </a:defRPr>
            </a:defPPr>
            <a:lvl1pPr>
              <a:defRPr sz="1275" b="1">
                <a:solidFill>
                  <a:srgbClr val="16324F"/>
                </a:solidFill>
              </a:defRPr>
            </a:lvl1pPr>
            <a:lvl2pPr>
              <a:defRPr sz="1275" b="1">
                <a:solidFill>
                  <a:srgbClr val="16324F"/>
                </a:solidFill>
              </a:defRPr>
            </a:lvl2pPr>
            <a:lvl3pPr>
              <a:defRPr sz="1275" b="1">
                <a:solidFill>
                  <a:srgbClr val="16324F"/>
                </a:solidFill>
              </a:defRPr>
            </a:lvl3pPr>
            <a:lvl4pPr>
              <a:defRPr sz="1275" b="1">
                <a:solidFill>
                  <a:srgbClr val="16324F"/>
                </a:solidFill>
              </a:defRPr>
            </a:lvl4pPr>
            <a:lvl5pPr>
              <a:defRPr sz="1275" b="1">
                <a:solidFill>
                  <a:srgbClr val="16324F"/>
                </a:solidFill>
              </a:defRPr>
            </a:lvl5pPr>
            <a:lvl6pPr>
              <a:defRPr sz="1275" b="1">
                <a:solidFill>
                  <a:srgbClr val="16324F"/>
                </a:solidFill>
              </a:defRPr>
            </a:lvl6pPr>
            <a:lvl7pPr>
              <a:defRPr sz="1275" b="1">
                <a:solidFill>
                  <a:srgbClr val="16324F"/>
                </a:solidFill>
              </a:defRPr>
            </a:lvl7pPr>
            <a:lvl8pPr>
              <a:defRPr sz="1275" b="1">
                <a:solidFill>
                  <a:srgbClr val="16324F"/>
                </a:solidFill>
              </a:defRPr>
            </a:lvl8pPr>
            <a:lvl9pPr>
              <a:defRPr sz="12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324F"/>
                </a:solidFill>
              </a:defRPr>
            </a:pPr>
            <a:r>
              <a:rPr sz="1275" b="1">
                <a:solidFill>
                  <a:srgbClr val="16324F"/>
                </a:solidFill>
              </a:rPr>
              <a:t>Ejemplo: dado justo, A = obtener número par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02D57-0A6E-44C6-864E-C9F57E8B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769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C6F7C"/>
                </a:solidFill>
              </a:defRPr>
            </a:defPPr>
            <a:lvl1pPr>
              <a:defRPr sz="1275" b="0">
                <a:solidFill>
                  <a:srgbClr val="5C6F7C"/>
                </a:solidFill>
              </a:defRPr>
            </a:lvl1pPr>
            <a:lvl2pPr>
              <a:defRPr sz="1275" b="0">
                <a:solidFill>
                  <a:srgbClr val="5C6F7C"/>
                </a:solidFill>
              </a:defRPr>
            </a:lvl2pPr>
            <a:lvl3pPr>
              <a:defRPr sz="1275" b="0">
                <a:solidFill>
                  <a:srgbClr val="5C6F7C"/>
                </a:solidFill>
              </a:defRPr>
            </a:lvl3pPr>
            <a:lvl4pPr>
              <a:defRPr sz="1275" b="0">
                <a:solidFill>
                  <a:srgbClr val="5C6F7C"/>
                </a:solidFill>
              </a:defRPr>
            </a:lvl4pPr>
            <a:lvl5pPr>
              <a:defRPr sz="1275" b="0">
                <a:solidFill>
                  <a:srgbClr val="5C6F7C"/>
                </a:solidFill>
              </a:defRPr>
            </a:lvl5pPr>
            <a:lvl6pPr>
              <a:defRPr sz="1275" b="0">
                <a:solidFill>
                  <a:srgbClr val="5C6F7C"/>
                </a:solidFill>
              </a:defRPr>
            </a:lvl6pPr>
            <a:lvl7pPr>
              <a:defRPr sz="1275" b="0">
                <a:solidFill>
                  <a:srgbClr val="5C6F7C"/>
                </a:solidFill>
              </a:defRPr>
            </a:lvl7pPr>
            <a:lvl8pPr>
              <a:defRPr sz="1275" b="0">
                <a:solidFill>
                  <a:srgbClr val="5C6F7C"/>
                </a:solidFill>
              </a:defRPr>
            </a:lvl8pPr>
            <a:lvl9pPr>
              <a:defRPr sz="1275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F7C"/>
                </a:solidFill>
              </a:defRPr>
            </a:pPr>
            <a:r>
              <a:rPr sz="1275" b="0">
                <a:solidFill>
                  <a:srgbClr val="5C6F7C"/>
                </a:solidFill>
              </a:rPr>
              <a:t>A = { __________ }. Si sale ___, A ocurre.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F200B-2F8C-486A-B819-4A12DB81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7C83"/>
                </a:solidFill>
              </a:defRPr>
            </a:defPPr>
            <a:lvl1pPr>
              <a:defRPr sz="825" b="1">
                <a:solidFill>
                  <a:srgbClr val="007C83"/>
                </a:solidFill>
              </a:defRPr>
            </a:lvl1pPr>
            <a:lvl2pPr>
              <a:defRPr sz="825" b="1">
                <a:solidFill>
                  <a:srgbClr val="007C83"/>
                </a:solidFill>
              </a:defRPr>
            </a:lvl2pPr>
            <a:lvl3pPr>
              <a:defRPr sz="825" b="1">
                <a:solidFill>
                  <a:srgbClr val="007C83"/>
                </a:solidFill>
              </a:defRPr>
            </a:lvl3pPr>
            <a:lvl4pPr>
              <a:defRPr sz="825" b="1">
                <a:solidFill>
                  <a:srgbClr val="007C83"/>
                </a:solidFill>
              </a:defRPr>
            </a:lvl4pPr>
            <a:lvl5pPr>
              <a:defRPr sz="825" b="1">
                <a:solidFill>
                  <a:srgbClr val="007C83"/>
                </a:solidFill>
              </a:defRPr>
            </a:lvl5pPr>
            <a:lvl6pPr>
              <a:defRPr sz="825" b="1">
                <a:solidFill>
                  <a:srgbClr val="007C83"/>
                </a:solidFill>
              </a:defRPr>
            </a:lvl6pPr>
            <a:lvl7pPr>
              <a:defRPr sz="825" b="1">
                <a:solidFill>
                  <a:srgbClr val="007C83"/>
                </a:solidFill>
              </a:defRPr>
            </a:lvl7pPr>
            <a:lvl8pPr>
              <a:defRPr sz="825" b="1">
                <a:solidFill>
                  <a:srgbClr val="007C83"/>
                </a:solidFill>
              </a:defRPr>
            </a:lvl8pPr>
            <a:lvl9pPr>
              <a:defRPr sz="825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007C83"/>
                </a:solidFill>
              </a:defRPr>
            </a:pPr>
            <a:r>
              <a:rPr sz="825" b="1">
                <a:solidFill>
                  <a:srgbClr val="007C83"/>
                </a:solidFill>
              </a:rPr>
              <a:t>VERSIÓN DEL ALUMNO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3750C-AC2C-4DDA-95DB-B22966A4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95457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9EBB08-D8EA-4686-B58A-C1946307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A3612-9C8C-4586-8F1C-6A71B035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Operaciones con eventos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F8D39-F289-4DCD-9CDF-317E2948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Unión, intersección, complemento y diferencia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15814-157E-4D99-B35A-D1A07495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A6F55-84F8-428B-AD97-62A2E232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4290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7C8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7F991-6AAC-431C-A61F-39E987A2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34290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85D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53B2D-8842-462A-B7ED-082146F6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C83"/>
                </a:solidFill>
              </a:defRPr>
            </a:defPPr>
            <a:lvl1pPr>
              <a:defRPr sz="2400" b="1">
                <a:solidFill>
                  <a:srgbClr val="007C83"/>
                </a:solidFill>
              </a:defRPr>
            </a:lvl1pPr>
            <a:lvl2pPr>
              <a:defRPr sz="2400" b="1">
                <a:solidFill>
                  <a:srgbClr val="007C83"/>
                </a:solidFill>
              </a:defRPr>
            </a:lvl2pPr>
            <a:lvl3pPr>
              <a:defRPr sz="2400" b="1">
                <a:solidFill>
                  <a:srgbClr val="007C83"/>
                </a:solidFill>
              </a:defRPr>
            </a:lvl3pPr>
            <a:lvl4pPr>
              <a:defRPr sz="2400" b="1">
                <a:solidFill>
                  <a:srgbClr val="007C83"/>
                </a:solidFill>
              </a:defRPr>
            </a:lvl4pPr>
            <a:lvl5pPr>
              <a:defRPr sz="2400" b="1">
                <a:solidFill>
                  <a:srgbClr val="007C83"/>
                </a:solidFill>
              </a:defRPr>
            </a:lvl5pPr>
            <a:lvl6pPr>
              <a:defRPr sz="2400" b="1">
                <a:solidFill>
                  <a:srgbClr val="007C83"/>
                </a:solidFill>
              </a:defRPr>
            </a:lvl6pPr>
            <a:lvl7pPr>
              <a:defRPr sz="2400" b="1">
                <a:solidFill>
                  <a:srgbClr val="007C83"/>
                </a:solidFill>
              </a:defRPr>
            </a:lvl7pPr>
            <a:lvl8pPr>
              <a:defRPr sz="2400" b="1">
                <a:solidFill>
                  <a:srgbClr val="007C83"/>
                </a:solidFill>
              </a:defRPr>
            </a:lvl8pPr>
            <a:lvl9pPr>
              <a:defRPr sz="24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C83"/>
                </a:solidFill>
              </a:defRPr>
            </a:pPr>
            <a:r>
              <a:rPr sz="2400" b="1">
                <a:solidFill>
                  <a:srgbClr val="007C83"/>
                </a:solidFill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622DB-B429-4B33-8E5B-E8B56C8F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193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85D5D"/>
                </a:solidFill>
              </a:defRPr>
            </a:defPPr>
            <a:lvl1pPr>
              <a:defRPr sz="2400" b="1">
                <a:solidFill>
                  <a:srgbClr val="E85D5D"/>
                </a:solidFill>
              </a:defRPr>
            </a:lvl1pPr>
            <a:lvl2pPr>
              <a:defRPr sz="2400" b="1">
                <a:solidFill>
                  <a:srgbClr val="E85D5D"/>
                </a:solidFill>
              </a:defRPr>
            </a:lvl2pPr>
            <a:lvl3pPr>
              <a:defRPr sz="2400" b="1">
                <a:solidFill>
                  <a:srgbClr val="E85D5D"/>
                </a:solidFill>
              </a:defRPr>
            </a:lvl3pPr>
            <a:lvl4pPr>
              <a:defRPr sz="2400" b="1">
                <a:solidFill>
                  <a:srgbClr val="E85D5D"/>
                </a:solidFill>
              </a:defRPr>
            </a:lvl4pPr>
            <a:lvl5pPr>
              <a:defRPr sz="2400" b="1">
                <a:solidFill>
                  <a:srgbClr val="E85D5D"/>
                </a:solidFill>
              </a:defRPr>
            </a:lvl5pPr>
            <a:lvl6pPr>
              <a:defRPr sz="2400" b="1">
                <a:solidFill>
                  <a:srgbClr val="E85D5D"/>
                </a:solidFill>
              </a:defRPr>
            </a:lvl6pPr>
            <a:lvl7pPr>
              <a:defRPr sz="2400" b="1">
                <a:solidFill>
                  <a:srgbClr val="E85D5D"/>
                </a:solidFill>
              </a:defRPr>
            </a:lvl7pPr>
            <a:lvl8pPr>
              <a:defRPr sz="2400" b="1">
                <a:solidFill>
                  <a:srgbClr val="E85D5D"/>
                </a:solidFill>
              </a:defRPr>
            </a:lvl8pPr>
            <a:lvl9pPr>
              <a:defRPr sz="2400" b="1">
                <a:solidFill>
                  <a:srgbClr val="E85D5D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85D5D"/>
                </a:solidFill>
              </a:defRPr>
            </a:pPr>
            <a:r>
              <a:rPr sz="2400" b="1">
                <a:solidFill>
                  <a:srgbClr val="E85D5D"/>
                </a:solidFill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BDE6A-40AC-4F03-9D83-D3E989DA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8137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24F"/>
                </a:solidFill>
              </a:defRPr>
            </a:defPPr>
            <a:lvl1pPr>
              <a:defRPr sz="1800" b="1">
                <a:solidFill>
                  <a:srgbClr val="16324F"/>
                </a:solidFill>
              </a:defRPr>
            </a:lvl1pPr>
            <a:lvl2pPr>
              <a:defRPr sz="1800" b="1">
                <a:solidFill>
                  <a:srgbClr val="16324F"/>
                </a:solidFill>
              </a:defRPr>
            </a:lvl2pPr>
            <a:lvl3pPr>
              <a:defRPr sz="1800" b="1">
                <a:solidFill>
                  <a:srgbClr val="16324F"/>
                </a:solidFill>
              </a:defRPr>
            </a:lvl3pPr>
            <a:lvl4pPr>
              <a:defRPr sz="1800" b="1">
                <a:solidFill>
                  <a:srgbClr val="16324F"/>
                </a:solidFill>
              </a:defRPr>
            </a:lvl4pPr>
            <a:lvl5pPr>
              <a:defRPr sz="1800" b="1">
                <a:solidFill>
                  <a:srgbClr val="16324F"/>
                </a:solidFill>
              </a:defRPr>
            </a:lvl5pPr>
            <a:lvl6pPr>
              <a:defRPr sz="1800" b="1">
                <a:solidFill>
                  <a:srgbClr val="16324F"/>
                </a:solidFill>
              </a:defRPr>
            </a:lvl6pPr>
            <a:lvl7pPr>
              <a:defRPr sz="1800" b="1">
                <a:solidFill>
                  <a:srgbClr val="16324F"/>
                </a:solidFill>
              </a:defRPr>
            </a:lvl7pPr>
            <a:lvl8pPr>
              <a:defRPr sz="1800" b="1">
                <a:solidFill>
                  <a:srgbClr val="16324F"/>
                </a:solidFill>
              </a:defRPr>
            </a:lvl8pPr>
            <a:lvl9pPr>
              <a:defRPr sz="18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A ∩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323B5-26E9-4012-8080-FA8F73A6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385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C6F7C"/>
                </a:solidFill>
              </a:defRPr>
            </a:defPPr>
            <a:lvl1pPr>
              <a:defRPr sz="1275" b="0">
                <a:solidFill>
                  <a:srgbClr val="5C6F7C"/>
                </a:solidFill>
              </a:defRPr>
            </a:lvl1pPr>
            <a:lvl2pPr>
              <a:defRPr sz="1275" b="0">
                <a:solidFill>
                  <a:srgbClr val="5C6F7C"/>
                </a:solidFill>
              </a:defRPr>
            </a:lvl2pPr>
            <a:lvl3pPr>
              <a:defRPr sz="1275" b="0">
                <a:solidFill>
                  <a:srgbClr val="5C6F7C"/>
                </a:solidFill>
              </a:defRPr>
            </a:lvl3pPr>
            <a:lvl4pPr>
              <a:defRPr sz="1275" b="0">
                <a:solidFill>
                  <a:srgbClr val="5C6F7C"/>
                </a:solidFill>
              </a:defRPr>
            </a:lvl4pPr>
            <a:lvl5pPr>
              <a:defRPr sz="1275" b="0">
                <a:solidFill>
                  <a:srgbClr val="5C6F7C"/>
                </a:solidFill>
              </a:defRPr>
            </a:lvl5pPr>
            <a:lvl6pPr>
              <a:defRPr sz="1275" b="0">
                <a:solidFill>
                  <a:srgbClr val="5C6F7C"/>
                </a:solidFill>
              </a:defRPr>
            </a:lvl6pPr>
            <a:lvl7pPr>
              <a:defRPr sz="1275" b="0">
                <a:solidFill>
                  <a:srgbClr val="5C6F7C"/>
                </a:solidFill>
              </a:defRPr>
            </a:lvl7pPr>
            <a:lvl8pPr>
              <a:defRPr sz="1275" b="0">
                <a:solidFill>
                  <a:srgbClr val="5C6F7C"/>
                </a:solidFill>
              </a:defRPr>
            </a:lvl8pPr>
            <a:lvl9pPr>
              <a:defRPr sz="1275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F7C"/>
                </a:solidFill>
              </a:defRPr>
            </a:pPr>
            <a:r>
              <a:rPr sz="1275" b="0">
                <a:solidFill>
                  <a:srgbClr val="5C6F7C"/>
                </a:solidFill>
              </a:rPr>
              <a:t>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BD604-EFF9-4873-B5D9-C673BCB2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C83"/>
                </a:solidFill>
              </a:defRPr>
            </a:defPPr>
            <a:lvl1pPr>
              <a:defRPr sz="1875" b="1">
                <a:solidFill>
                  <a:srgbClr val="007C83"/>
                </a:solidFill>
              </a:defRPr>
            </a:lvl1pPr>
            <a:lvl2pPr>
              <a:defRPr sz="1875" b="1">
                <a:solidFill>
                  <a:srgbClr val="007C83"/>
                </a:solidFill>
              </a:defRPr>
            </a:lvl2pPr>
            <a:lvl3pPr>
              <a:defRPr sz="1875" b="1">
                <a:solidFill>
                  <a:srgbClr val="007C83"/>
                </a:solidFill>
              </a:defRPr>
            </a:lvl3pPr>
            <a:lvl4pPr>
              <a:defRPr sz="1875" b="1">
                <a:solidFill>
                  <a:srgbClr val="007C83"/>
                </a:solidFill>
              </a:defRPr>
            </a:lvl4pPr>
            <a:lvl5pPr>
              <a:defRPr sz="1875" b="1">
                <a:solidFill>
                  <a:srgbClr val="007C83"/>
                </a:solidFill>
              </a:defRPr>
            </a:lvl5pPr>
            <a:lvl6pPr>
              <a:defRPr sz="1875" b="1">
                <a:solidFill>
                  <a:srgbClr val="007C83"/>
                </a:solidFill>
              </a:defRPr>
            </a:lvl6pPr>
            <a:lvl7pPr>
              <a:defRPr sz="1875" b="1">
                <a:solidFill>
                  <a:srgbClr val="007C83"/>
                </a:solidFill>
              </a:defRPr>
            </a:lvl7pPr>
            <a:lvl8pPr>
              <a:defRPr sz="1875" b="1">
                <a:solidFill>
                  <a:srgbClr val="007C83"/>
                </a:solidFill>
              </a:defRPr>
            </a:lvl8pPr>
            <a:lvl9pPr>
              <a:defRPr sz="1875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83"/>
                </a:solidFill>
              </a:defRPr>
            </a:pPr>
            <a:r>
              <a:rPr sz="1875" b="1">
                <a:solidFill>
                  <a:srgbClr val="007C83"/>
                </a:solidFill>
              </a:rPr>
              <a:t>A ∪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B7203-4183-4AF3-BEAA-AE6F3F36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C6F7C"/>
                </a:solidFill>
              </a:defRPr>
            </a:defPPr>
            <a:lvl1pPr>
              <a:defRPr sz="1275" b="0">
                <a:solidFill>
                  <a:srgbClr val="5C6F7C"/>
                </a:solidFill>
              </a:defRPr>
            </a:lvl1pPr>
            <a:lvl2pPr>
              <a:defRPr sz="1275" b="0">
                <a:solidFill>
                  <a:srgbClr val="5C6F7C"/>
                </a:solidFill>
              </a:defRPr>
            </a:lvl2pPr>
            <a:lvl3pPr>
              <a:defRPr sz="1275" b="0">
                <a:solidFill>
                  <a:srgbClr val="5C6F7C"/>
                </a:solidFill>
              </a:defRPr>
            </a:lvl3pPr>
            <a:lvl4pPr>
              <a:defRPr sz="1275" b="0">
                <a:solidFill>
                  <a:srgbClr val="5C6F7C"/>
                </a:solidFill>
              </a:defRPr>
            </a:lvl4pPr>
            <a:lvl5pPr>
              <a:defRPr sz="1275" b="0">
                <a:solidFill>
                  <a:srgbClr val="5C6F7C"/>
                </a:solidFill>
              </a:defRPr>
            </a:lvl5pPr>
            <a:lvl6pPr>
              <a:defRPr sz="1275" b="0">
                <a:solidFill>
                  <a:srgbClr val="5C6F7C"/>
                </a:solidFill>
              </a:defRPr>
            </a:lvl6pPr>
            <a:lvl7pPr>
              <a:defRPr sz="1275" b="0">
                <a:solidFill>
                  <a:srgbClr val="5C6F7C"/>
                </a:solidFill>
              </a:defRPr>
            </a:lvl7pPr>
            <a:lvl8pPr>
              <a:defRPr sz="1275" b="0">
                <a:solidFill>
                  <a:srgbClr val="5C6F7C"/>
                </a:solidFill>
              </a:defRPr>
            </a:lvl8pPr>
            <a:lvl9pPr>
              <a:defRPr sz="1275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F7C"/>
                </a:solidFill>
              </a:defRPr>
            </a:pPr>
            <a:r>
              <a:rPr sz="1275" b="0">
                <a:solidFill>
                  <a:srgbClr val="5C6F7C"/>
                </a:solidFill>
              </a:rPr>
              <a:t>____________________________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FD835-A6AE-4AFA-B27C-6CB0E3A9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384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E85D5D"/>
                </a:solidFill>
              </a:defRPr>
            </a:defPPr>
            <a:lvl1pPr>
              <a:defRPr sz="1875" b="1">
                <a:solidFill>
                  <a:srgbClr val="E85D5D"/>
                </a:solidFill>
              </a:defRPr>
            </a:lvl1pPr>
            <a:lvl2pPr>
              <a:defRPr sz="1875" b="1">
                <a:solidFill>
                  <a:srgbClr val="E85D5D"/>
                </a:solidFill>
              </a:defRPr>
            </a:lvl2pPr>
            <a:lvl3pPr>
              <a:defRPr sz="1875" b="1">
                <a:solidFill>
                  <a:srgbClr val="E85D5D"/>
                </a:solidFill>
              </a:defRPr>
            </a:lvl3pPr>
            <a:lvl4pPr>
              <a:defRPr sz="1875" b="1">
                <a:solidFill>
                  <a:srgbClr val="E85D5D"/>
                </a:solidFill>
              </a:defRPr>
            </a:lvl4pPr>
            <a:lvl5pPr>
              <a:defRPr sz="1875" b="1">
                <a:solidFill>
                  <a:srgbClr val="E85D5D"/>
                </a:solidFill>
              </a:defRPr>
            </a:lvl5pPr>
            <a:lvl6pPr>
              <a:defRPr sz="1875" b="1">
                <a:solidFill>
                  <a:srgbClr val="E85D5D"/>
                </a:solidFill>
              </a:defRPr>
            </a:lvl6pPr>
            <a:lvl7pPr>
              <a:defRPr sz="1875" b="1">
                <a:solidFill>
                  <a:srgbClr val="E85D5D"/>
                </a:solidFill>
              </a:defRPr>
            </a:lvl7pPr>
            <a:lvl8pPr>
              <a:defRPr sz="1875" b="1">
                <a:solidFill>
                  <a:srgbClr val="E85D5D"/>
                </a:solidFill>
              </a:defRPr>
            </a:lvl8pPr>
            <a:lvl9pPr>
              <a:defRPr sz="1875" b="1">
                <a:solidFill>
                  <a:srgbClr val="E85D5D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E85D5D"/>
                </a:solidFill>
              </a:defRPr>
            </a:pPr>
            <a:r>
              <a:rPr sz="1875" b="1">
                <a:solidFill>
                  <a:srgbClr val="E85D5D"/>
                </a:solidFill>
              </a:rPr>
              <a:t>A ∩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AF38A-16CE-4DE2-B452-C78A2820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C6F7C"/>
                </a:solidFill>
              </a:defRPr>
            </a:defPPr>
            <a:lvl1pPr>
              <a:defRPr sz="1275" b="0">
                <a:solidFill>
                  <a:srgbClr val="5C6F7C"/>
                </a:solidFill>
              </a:defRPr>
            </a:lvl1pPr>
            <a:lvl2pPr>
              <a:defRPr sz="1275" b="0">
                <a:solidFill>
                  <a:srgbClr val="5C6F7C"/>
                </a:solidFill>
              </a:defRPr>
            </a:lvl2pPr>
            <a:lvl3pPr>
              <a:defRPr sz="1275" b="0">
                <a:solidFill>
                  <a:srgbClr val="5C6F7C"/>
                </a:solidFill>
              </a:defRPr>
            </a:lvl3pPr>
            <a:lvl4pPr>
              <a:defRPr sz="1275" b="0">
                <a:solidFill>
                  <a:srgbClr val="5C6F7C"/>
                </a:solidFill>
              </a:defRPr>
            </a:lvl4pPr>
            <a:lvl5pPr>
              <a:defRPr sz="1275" b="0">
                <a:solidFill>
                  <a:srgbClr val="5C6F7C"/>
                </a:solidFill>
              </a:defRPr>
            </a:lvl5pPr>
            <a:lvl6pPr>
              <a:defRPr sz="1275" b="0">
                <a:solidFill>
                  <a:srgbClr val="5C6F7C"/>
                </a:solidFill>
              </a:defRPr>
            </a:lvl6pPr>
            <a:lvl7pPr>
              <a:defRPr sz="1275" b="0">
                <a:solidFill>
                  <a:srgbClr val="5C6F7C"/>
                </a:solidFill>
              </a:defRPr>
            </a:lvl7pPr>
            <a:lvl8pPr>
              <a:defRPr sz="1275" b="0">
                <a:solidFill>
                  <a:srgbClr val="5C6F7C"/>
                </a:solidFill>
              </a:defRPr>
            </a:lvl8pPr>
            <a:lvl9pPr>
              <a:defRPr sz="1275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F7C"/>
                </a:solidFill>
              </a:defRPr>
            </a:pPr>
            <a:r>
              <a:rPr sz="1275" b="0">
                <a:solidFill>
                  <a:srgbClr val="5C6F7C"/>
                </a:solidFill>
              </a:rPr>
              <a:t>____________________________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84EFB-6202-4912-9A4E-1A9D6CD7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385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  <a:lvl1pPr>
              <a:defRPr sz="1875" b="1">
                <a:solidFill>
                  <a:srgbClr val="16324F"/>
                </a:solidFill>
              </a:defRPr>
            </a:lvl1pPr>
            <a:lvl2pPr>
              <a:defRPr sz="1875" b="1">
                <a:solidFill>
                  <a:srgbClr val="16324F"/>
                </a:solidFill>
              </a:defRPr>
            </a:lvl2pPr>
            <a:lvl3pPr>
              <a:defRPr sz="1875" b="1">
                <a:solidFill>
                  <a:srgbClr val="16324F"/>
                </a:solidFill>
              </a:defRPr>
            </a:lvl3pPr>
            <a:lvl4pPr>
              <a:defRPr sz="1875" b="1">
                <a:solidFill>
                  <a:srgbClr val="16324F"/>
                </a:solidFill>
              </a:defRPr>
            </a:lvl4pPr>
            <a:lvl5pPr>
              <a:defRPr sz="1875" b="1">
                <a:solidFill>
                  <a:srgbClr val="16324F"/>
                </a:solidFill>
              </a:defRPr>
            </a:lvl5pPr>
            <a:lvl6pPr>
              <a:defRPr sz="1875" b="1">
                <a:solidFill>
                  <a:srgbClr val="16324F"/>
                </a:solidFill>
              </a:defRPr>
            </a:lvl6pPr>
            <a:lvl7pPr>
              <a:defRPr sz="1875" b="1">
                <a:solidFill>
                  <a:srgbClr val="16324F"/>
                </a:solidFill>
              </a:defRPr>
            </a:lvl7pPr>
            <a:lvl8pPr>
              <a:defRPr sz="1875" b="1">
                <a:solidFill>
                  <a:srgbClr val="16324F"/>
                </a:solidFill>
              </a:defRPr>
            </a:lvl8pPr>
            <a:lvl9pPr>
              <a:defRPr sz="18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Aᶜ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81853-1195-4563-97D3-0B2CE7E8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909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C6F7C"/>
                </a:solidFill>
              </a:defRPr>
            </a:defPPr>
            <a:lvl1pPr>
              <a:defRPr sz="1275" b="0">
                <a:solidFill>
                  <a:srgbClr val="5C6F7C"/>
                </a:solidFill>
              </a:defRPr>
            </a:lvl1pPr>
            <a:lvl2pPr>
              <a:defRPr sz="1275" b="0">
                <a:solidFill>
                  <a:srgbClr val="5C6F7C"/>
                </a:solidFill>
              </a:defRPr>
            </a:lvl2pPr>
            <a:lvl3pPr>
              <a:defRPr sz="1275" b="0">
                <a:solidFill>
                  <a:srgbClr val="5C6F7C"/>
                </a:solidFill>
              </a:defRPr>
            </a:lvl3pPr>
            <a:lvl4pPr>
              <a:defRPr sz="1275" b="0">
                <a:solidFill>
                  <a:srgbClr val="5C6F7C"/>
                </a:solidFill>
              </a:defRPr>
            </a:lvl4pPr>
            <a:lvl5pPr>
              <a:defRPr sz="1275" b="0">
                <a:solidFill>
                  <a:srgbClr val="5C6F7C"/>
                </a:solidFill>
              </a:defRPr>
            </a:lvl5pPr>
            <a:lvl6pPr>
              <a:defRPr sz="1275" b="0">
                <a:solidFill>
                  <a:srgbClr val="5C6F7C"/>
                </a:solidFill>
              </a:defRPr>
            </a:lvl6pPr>
            <a:lvl7pPr>
              <a:defRPr sz="1275" b="0">
                <a:solidFill>
                  <a:srgbClr val="5C6F7C"/>
                </a:solidFill>
              </a:defRPr>
            </a:lvl7pPr>
            <a:lvl8pPr>
              <a:defRPr sz="1275" b="0">
                <a:solidFill>
                  <a:srgbClr val="5C6F7C"/>
                </a:solidFill>
              </a:defRPr>
            </a:lvl8pPr>
            <a:lvl9pPr>
              <a:defRPr sz="1275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F7C"/>
                </a:solidFill>
              </a:defRPr>
            </a:pPr>
            <a:r>
              <a:rPr sz="1275" b="0">
                <a:solidFill>
                  <a:srgbClr val="5C6F7C"/>
                </a:solidFill>
              </a:rPr>
              <a:t>____________________________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ABB54-537E-4787-A069-A5C7D884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386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  <a:lvl1pPr>
              <a:defRPr sz="1875" b="1">
                <a:solidFill>
                  <a:srgbClr val="16324F"/>
                </a:solidFill>
              </a:defRPr>
            </a:lvl1pPr>
            <a:lvl2pPr>
              <a:defRPr sz="1875" b="1">
                <a:solidFill>
                  <a:srgbClr val="16324F"/>
                </a:solidFill>
              </a:defRPr>
            </a:lvl2pPr>
            <a:lvl3pPr>
              <a:defRPr sz="1875" b="1">
                <a:solidFill>
                  <a:srgbClr val="16324F"/>
                </a:solidFill>
              </a:defRPr>
            </a:lvl3pPr>
            <a:lvl4pPr>
              <a:defRPr sz="1875" b="1">
                <a:solidFill>
                  <a:srgbClr val="16324F"/>
                </a:solidFill>
              </a:defRPr>
            </a:lvl4pPr>
            <a:lvl5pPr>
              <a:defRPr sz="1875" b="1">
                <a:solidFill>
                  <a:srgbClr val="16324F"/>
                </a:solidFill>
              </a:defRPr>
            </a:lvl5pPr>
            <a:lvl6pPr>
              <a:defRPr sz="1875" b="1">
                <a:solidFill>
                  <a:srgbClr val="16324F"/>
                </a:solidFill>
              </a:defRPr>
            </a:lvl6pPr>
            <a:lvl7pPr>
              <a:defRPr sz="1875" b="1">
                <a:solidFill>
                  <a:srgbClr val="16324F"/>
                </a:solidFill>
              </a:defRPr>
            </a:lvl7pPr>
            <a:lvl8pPr>
              <a:defRPr sz="1875" b="1">
                <a:solidFill>
                  <a:srgbClr val="16324F"/>
                </a:solidFill>
              </a:defRPr>
            </a:lvl8pPr>
            <a:lvl9pPr>
              <a:defRPr sz="18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A −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B18F5-82B1-4E9C-A051-41C06A7B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C6F7C"/>
                </a:solidFill>
              </a:defRPr>
            </a:defPPr>
            <a:lvl1pPr>
              <a:defRPr sz="1275" b="0">
                <a:solidFill>
                  <a:srgbClr val="5C6F7C"/>
                </a:solidFill>
              </a:defRPr>
            </a:lvl1pPr>
            <a:lvl2pPr>
              <a:defRPr sz="1275" b="0">
                <a:solidFill>
                  <a:srgbClr val="5C6F7C"/>
                </a:solidFill>
              </a:defRPr>
            </a:lvl2pPr>
            <a:lvl3pPr>
              <a:defRPr sz="1275" b="0">
                <a:solidFill>
                  <a:srgbClr val="5C6F7C"/>
                </a:solidFill>
              </a:defRPr>
            </a:lvl3pPr>
            <a:lvl4pPr>
              <a:defRPr sz="1275" b="0">
                <a:solidFill>
                  <a:srgbClr val="5C6F7C"/>
                </a:solidFill>
              </a:defRPr>
            </a:lvl4pPr>
            <a:lvl5pPr>
              <a:defRPr sz="1275" b="0">
                <a:solidFill>
                  <a:srgbClr val="5C6F7C"/>
                </a:solidFill>
              </a:defRPr>
            </a:lvl5pPr>
            <a:lvl6pPr>
              <a:defRPr sz="1275" b="0">
                <a:solidFill>
                  <a:srgbClr val="5C6F7C"/>
                </a:solidFill>
              </a:defRPr>
            </a:lvl6pPr>
            <a:lvl7pPr>
              <a:defRPr sz="1275" b="0">
                <a:solidFill>
                  <a:srgbClr val="5C6F7C"/>
                </a:solidFill>
              </a:defRPr>
            </a:lvl7pPr>
            <a:lvl8pPr>
              <a:defRPr sz="1275" b="0">
                <a:solidFill>
                  <a:srgbClr val="5C6F7C"/>
                </a:solidFill>
              </a:defRPr>
            </a:lvl8pPr>
            <a:lvl9pPr>
              <a:defRPr sz="1275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F7C"/>
                </a:solidFill>
              </a:defRPr>
            </a:pPr>
            <a:r>
              <a:rPr sz="1275" b="0">
                <a:solidFill>
                  <a:srgbClr val="5C6F7C"/>
                </a:solidFill>
              </a:rPr>
              <a:t>____________________________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A1D23-58D3-4E9E-9167-60E2FB24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7C83"/>
                </a:solidFill>
              </a:defRPr>
            </a:defPPr>
            <a:lvl1pPr>
              <a:defRPr sz="825" b="1">
                <a:solidFill>
                  <a:srgbClr val="007C83"/>
                </a:solidFill>
              </a:defRPr>
            </a:lvl1pPr>
            <a:lvl2pPr>
              <a:defRPr sz="825" b="1">
                <a:solidFill>
                  <a:srgbClr val="007C83"/>
                </a:solidFill>
              </a:defRPr>
            </a:lvl2pPr>
            <a:lvl3pPr>
              <a:defRPr sz="825" b="1">
                <a:solidFill>
                  <a:srgbClr val="007C83"/>
                </a:solidFill>
              </a:defRPr>
            </a:lvl3pPr>
            <a:lvl4pPr>
              <a:defRPr sz="825" b="1">
                <a:solidFill>
                  <a:srgbClr val="007C83"/>
                </a:solidFill>
              </a:defRPr>
            </a:lvl4pPr>
            <a:lvl5pPr>
              <a:defRPr sz="825" b="1">
                <a:solidFill>
                  <a:srgbClr val="007C83"/>
                </a:solidFill>
              </a:defRPr>
            </a:lvl5pPr>
            <a:lvl6pPr>
              <a:defRPr sz="825" b="1">
                <a:solidFill>
                  <a:srgbClr val="007C83"/>
                </a:solidFill>
              </a:defRPr>
            </a:lvl6pPr>
            <a:lvl7pPr>
              <a:defRPr sz="825" b="1">
                <a:solidFill>
                  <a:srgbClr val="007C83"/>
                </a:solidFill>
              </a:defRPr>
            </a:lvl7pPr>
            <a:lvl8pPr>
              <a:defRPr sz="825" b="1">
                <a:solidFill>
                  <a:srgbClr val="007C83"/>
                </a:solidFill>
              </a:defRPr>
            </a:lvl8pPr>
            <a:lvl9pPr>
              <a:defRPr sz="825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007C83"/>
                </a:solidFill>
              </a:defRPr>
            </a:pPr>
            <a:r>
              <a:rPr sz="825" b="1">
                <a:solidFill>
                  <a:srgbClr val="007C83"/>
                </a:solidFill>
              </a:rPr>
              <a:t>VERSIÓN DEL ALUMNO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A3E2E-9FCA-40C1-8CB4-EC013BFC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74260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C1E26-5326-4109-A58A-2C235D88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61B97-A45D-42A4-9E13-BD3D9769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Reglas para calcular probabilidades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A48A6-6AE5-43CC-A97C-3DEDC58B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Resultados equiprobables y operaciones entre eventos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87327-EEF0-45AC-9CF5-981402D0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6A773-CD22-4113-AA38-B12A7E53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24F"/>
                </a:solidFill>
              </a:defRPr>
            </a:defPPr>
            <a:lvl1pPr>
              <a:defRPr sz="1500" b="1">
                <a:solidFill>
                  <a:srgbClr val="16324F"/>
                </a:solidFill>
              </a:defRPr>
            </a:lvl1pPr>
            <a:lvl2pPr>
              <a:defRPr sz="1500" b="1">
                <a:solidFill>
                  <a:srgbClr val="16324F"/>
                </a:solidFill>
              </a:defRPr>
            </a:lvl2pPr>
            <a:lvl3pPr>
              <a:defRPr sz="1500" b="1">
                <a:solidFill>
                  <a:srgbClr val="16324F"/>
                </a:solidFill>
              </a:defRPr>
            </a:lvl3pPr>
            <a:lvl4pPr>
              <a:defRPr sz="1500" b="1">
                <a:solidFill>
                  <a:srgbClr val="16324F"/>
                </a:solidFill>
              </a:defRPr>
            </a:lvl4pPr>
            <a:lvl5pPr>
              <a:defRPr sz="1500" b="1">
                <a:solidFill>
                  <a:srgbClr val="16324F"/>
                </a:solidFill>
              </a:defRPr>
            </a:lvl5pPr>
            <a:lvl6pPr>
              <a:defRPr sz="1500" b="1">
                <a:solidFill>
                  <a:srgbClr val="16324F"/>
                </a:solidFill>
              </a:defRPr>
            </a:lvl6pPr>
            <a:lvl7pPr>
              <a:defRPr sz="1500" b="1">
                <a:solidFill>
                  <a:srgbClr val="16324F"/>
                </a:solidFill>
              </a:defRPr>
            </a:lvl7pPr>
            <a:lvl8pPr>
              <a:defRPr sz="1500" b="1">
                <a:solidFill>
                  <a:srgbClr val="16324F"/>
                </a:solidFill>
              </a:defRPr>
            </a:lvl8pPr>
            <a:lvl9pPr>
              <a:defRPr sz="15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Evento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DB159-45F5-4459-A6AC-EDC9995A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574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C6F7C"/>
                </a:solidFill>
              </a:defRPr>
            </a:defPPr>
            <a:lvl1pPr>
              <a:defRPr sz="1950" b="0">
                <a:solidFill>
                  <a:srgbClr val="5C6F7C"/>
                </a:solidFill>
              </a:defRPr>
            </a:lvl1pPr>
            <a:lvl2pPr>
              <a:defRPr sz="1950" b="0">
                <a:solidFill>
                  <a:srgbClr val="5C6F7C"/>
                </a:solidFill>
              </a:defRPr>
            </a:lvl2pPr>
            <a:lvl3pPr>
              <a:defRPr sz="1950" b="0">
                <a:solidFill>
                  <a:srgbClr val="5C6F7C"/>
                </a:solidFill>
              </a:defRPr>
            </a:lvl3pPr>
            <a:lvl4pPr>
              <a:defRPr sz="1950" b="0">
                <a:solidFill>
                  <a:srgbClr val="5C6F7C"/>
                </a:solidFill>
              </a:defRPr>
            </a:lvl4pPr>
            <a:lvl5pPr>
              <a:defRPr sz="1950" b="0">
                <a:solidFill>
                  <a:srgbClr val="5C6F7C"/>
                </a:solidFill>
              </a:defRPr>
            </a:lvl5pPr>
            <a:lvl6pPr>
              <a:defRPr sz="1950" b="0">
                <a:solidFill>
                  <a:srgbClr val="5C6F7C"/>
                </a:solidFill>
              </a:defRPr>
            </a:lvl6pPr>
            <a:lvl7pPr>
              <a:defRPr sz="1950" b="0">
                <a:solidFill>
                  <a:srgbClr val="5C6F7C"/>
                </a:solidFill>
              </a:defRPr>
            </a:lvl7pPr>
            <a:lvl8pPr>
              <a:defRPr sz="1950" b="0">
                <a:solidFill>
                  <a:srgbClr val="5C6F7C"/>
                </a:solidFill>
              </a:defRPr>
            </a:lvl8pPr>
            <a:lvl9pPr>
              <a:defRPr sz="19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C6F7C"/>
                </a:solidFill>
              </a:defRPr>
            </a:pPr>
            <a:r>
              <a:rPr sz="1950" b="0">
                <a:solidFill>
                  <a:srgbClr val="5C6F7C"/>
                </a:solidFill>
              </a:rPr>
              <a:t>P(A) = 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E74FE-0CAB-48D5-A9CA-E50984AB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24F"/>
                </a:solidFill>
              </a:defRPr>
            </a:defPPr>
            <a:lvl1pPr>
              <a:defRPr sz="1500" b="1">
                <a:solidFill>
                  <a:srgbClr val="16324F"/>
                </a:solidFill>
              </a:defRPr>
            </a:lvl1pPr>
            <a:lvl2pPr>
              <a:defRPr sz="1500" b="1">
                <a:solidFill>
                  <a:srgbClr val="16324F"/>
                </a:solidFill>
              </a:defRPr>
            </a:lvl2pPr>
            <a:lvl3pPr>
              <a:defRPr sz="1500" b="1">
                <a:solidFill>
                  <a:srgbClr val="16324F"/>
                </a:solidFill>
              </a:defRPr>
            </a:lvl3pPr>
            <a:lvl4pPr>
              <a:defRPr sz="1500" b="1">
                <a:solidFill>
                  <a:srgbClr val="16324F"/>
                </a:solidFill>
              </a:defRPr>
            </a:lvl4pPr>
            <a:lvl5pPr>
              <a:defRPr sz="1500" b="1">
                <a:solidFill>
                  <a:srgbClr val="16324F"/>
                </a:solidFill>
              </a:defRPr>
            </a:lvl5pPr>
            <a:lvl6pPr>
              <a:defRPr sz="1500" b="1">
                <a:solidFill>
                  <a:srgbClr val="16324F"/>
                </a:solidFill>
              </a:defRPr>
            </a:lvl6pPr>
            <a:lvl7pPr>
              <a:defRPr sz="1500" b="1">
                <a:solidFill>
                  <a:srgbClr val="16324F"/>
                </a:solidFill>
              </a:defRPr>
            </a:lvl7pPr>
            <a:lvl8pPr>
              <a:defRPr sz="1500" b="1">
                <a:solidFill>
                  <a:srgbClr val="16324F"/>
                </a:solidFill>
              </a:defRPr>
            </a:lvl8pPr>
            <a:lvl9pPr>
              <a:defRPr sz="15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Complemento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06902-515C-4A9D-94D9-136EC9EF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337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C6F7C"/>
                </a:solidFill>
              </a:defRPr>
            </a:defPPr>
            <a:lvl1pPr>
              <a:defRPr sz="1950" b="0">
                <a:solidFill>
                  <a:srgbClr val="5C6F7C"/>
                </a:solidFill>
              </a:defRPr>
            </a:lvl1pPr>
            <a:lvl2pPr>
              <a:defRPr sz="1950" b="0">
                <a:solidFill>
                  <a:srgbClr val="5C6F7C"/>
                </a:solidFill>
              </a:defRPr>
            </a:lvl2pPr>
            <a:lvl3pPr>
              <a:defRPr sz="1950" b="0">
                <a:solidFill>
                  <a:srgbClr val="5C6F7C"/>
                </a:solidFill>
              </a:defRPr>
            </a:lvl3pPr>
            <a:lvl4pPr>
              <a:defRPr sz="1950" b="0">
                <a:solidFill>
                  <a:srgbClr val="5C6F7C"/>
                </a:solidFill>
              </a:defRPr>
            </a:lvl4pPr>
            <a:lvl5pPr>
              <a:defRPr sz="1950" b="0">
                <a:solidFill>
                  <a:srgbClr val="5C6F7C"/>
                </a:solidFill>
              </a:defRPr>
            </a:lvl5pPr>
            <a:lvl6pPr>
              <a:defRPr sz="1950" b="0">
                <a:solidFill>
                  <a:srgbClr val="5C6F7C"/>
                </a:solidFill>
              </a:defRPr>
            </a:lvl6pPr>
            <a:lvl7pPr>
              <a:defRPr sz="1950" b="0">
                <a:solidFill>
                  <a:srgbClr val="5C6F7C"/>
                </a:solidFill>
              </a:defRPr>
            </a:lvl7pPr>
            <a:lvl8pPr>
              <a:defRPr sz="1950" b="0">
                <a:solidFill>
                  <a:srgbClr val="5C6F7C"/>
                </a:solidFill>
              </a:defRPr>
            </a:lvl8pPr>
            <a:lvl9pPr>
              <a:defRPr sz="19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C6F7C"/>
                </a:solidFill>
              </a:defRPr>
            </a:pPr>
            <a:r>
              <a:rPr sz="1950" b="0">
                <a:solidFill>
                  <a:srgbClr val="5C6F7C"/>
                </a:solidFill>
              </a:rPr>
              <a:t>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9DBFD-538F-45F8-831B-EED33F4E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24F"/>
                </a:solidFill>
              </a:defRPr>
            </a:defPPr>
            <a:lvl1pPr>
              <a:defRPr sz="1500" b="1">
                <a:solidFill>
                  <a:srgbClr val="16324F"/>
                </a:solidFill>
              </a:defRPr>
            </a:lvl1pPr>
            <a:lvl2pPr>
              <a:defRPr sz="1500" b="1">
                <a:solidFill>
                  <a:srgbClr val="16324F"/>
                </a:solidFill>
              </a:defRPr>
            </a:lvl2pPr>
            <a:lvl3pPr>
              <a:defRPr sz="1500" b="1">
                <a:solidFill>
                  <a:srgbClr val="16324F"/>
                </a:solidFill>
              </a:defRPr>
            </a:lvl3pPr>
            <a:lvl4pPr>
              <a:defRPr sz="1500" b="1">
                <a:solidFill>
                  <a:srgbClr val="16324F"/>
                </a:solidFill>
              </a:defRPr>
            </a:lvl4pPr>
            <a:lvl5pPr>
              <a:defRPr sz="1500" b="1">
                <a:solidFill>
                  <a:srgbClr val="16324F"/>
                </a:solidFill>
              </a:defRPr>
            </a:lvl5pPr>
            <a:lvl6pPr>
              <a:defRPr sz="1500" b="1">
                <a:solidFill>
                  <a:srgbClr val="16324F"/>
                </a:solidFill>
              </a:defRPr>
            </a:lvl6pPr>
            <a:lvl7pPr>
              <a:defRPr sz="1500" b="1">
                <a:solidFill>
                  <a:srgbClr val="16324F"/>
                </a:solidFill>
              </a:defRPr>
            </a:lvl7pPr>
            <a:lvl8pPr>
              <a:defRPr sz="1500" b="1">
                <a:solidFill>
                  <a:srgbClr val="16324F"/>
                </a:solidFill>
              </a:defRPr>
            </a:lvl8pPr>
            <a:lvl9pPr>
              <a:defRPr sz="15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Unión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8423A-EF96-49F3-B66F-EE709318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100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C6F7C"/>
                </a:solidFill>
              </a:defRPr>
            </a:defPPr>
            <a:lvl1pPr>
              <a:defRPr sz="1950" b="0">
                <a:solidFill>
                  <a:srgbClr val="5C6F7C"/>
                </a:solidFill>
              </a:defRPr>
            </a:lvl1pPr>
            <a:lvl2pPr>
              <a:defRPr sz="1950" b="0">
                <a:solidFill>
                  <a:srgbClr val="5C6F7C"/>
                </a:solidFill>
              </a:defRPr>
            </a:lvl2pPr>
            <a:lvl3pPr>
              <a:defRPr sz="1950" b="0">
                <a:solidFill>
                  <a:srgbClr val="5C6F7C"/>
                </a:solidFill>
              </a:defRPr>
            </a:lvl3pPr>
            <a:lvl4pPr>
              <a:defRPr sz="1950" b="0">
                <a:solidFill>
                  <a:srgbClr val="5C6F7C"/>
                </a:solidFill>
              </a:defRPr>
            </a:lvl4pPr>
            <a:lvl5pPr>
              <a:defRPr sz="1950" b="0">
                <a:solidFill>
                  <a:srgbClr val="5C6F7C"/>
                </a:solidFill>
              </a:defRPr>
            </a:lvl5pPr>
            <a:lvl6pPr>
              <a:defRPr sz="1950" b="0">
                <a:solidFill>
                  <a:srgbClr val="5C6F7C"/>
                </a:solidFill>
              </a:defRPr>
            </a:lvl6pPr>
            <a:lvl7pPr>
              <a:defRPr sz="1950" b="0">
                <a:solidFill>
                  <a:srgbClr val="5C6F7C"/>
                </a:solidFill>
              </a:defRPr>
            </a:lvl7pPr>
            <a:lvl8pPr>
              <a:defRPr sz="1950" b="0">
                <a:solidFill>
                  <a:srgbClr val="5C6F7C"/>
                </a:solidFill>
              </a:defRPr>
            </a:lvl8pPr>
            <a:lvl9pPr>
              <a:defRPr sz="19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C6F7C"/>
                </a:solidFill>
              </a:defRPr>
            </a:pPr>
            <a:r>
              <a:rPr sz="1950" b="0">
                <a:solidFill>
                  <a:srgbClr val="5C6F7C"/>
                </a:solidFill>
              </a:rPr>
              <a:t>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7DA33-7869-4F79-9B6B-408DE7F3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24F"/>
                </a:solidFill>
              </a:defRPr>
            </a:defPPr>
            <a:lvl1pPr>
              <a:defRPr sz="1500" b="1">
                <a:solidFill>
                  <a:srgbClr val="16324F"/>
                </a:solidFill>
              </a:defRPr>
            </a:lvl1pPr>
            <a:lvl2pPr>
              <a:defRPr sz="1500" b="1">
                <a:solidFill>
                  <a:srgbClr val="16324F"/>
                </a:solidFill>
              </a:defRPr>
            </a:lvl2pPr>
            <a:lvl3pPr>
              <a:defRPr sz="1500" b="1">
                <a:solidFill>
                  <a:srgbClr val="16324F"/>
                </a:solidFill>
              </a:defRPr>
            </a:lvl3pPr>
            <a:lvl4pPr>
              <a:defRPr sz="1500" b="1">
                <a:solidFill>
                  <a:srgbClr val="16324F"/>
                </a:solidFill>
              </a:defRPr>
            </a:lvl4pPr>
            <a:lvl5pPr>
              <a:defRPr sz="1500" b="1">
                <a:solidFill>
                  <a:srgbClr val="16324F"/>
                </a:solidFill>
              </a:defRPr>
            </a:lvl5pPr>
            <a:lvl6pPr>
              <a:defRPr sz="1500" b="1">
                <a:solidFill>
                  <a:srgbClr val="16324F"/>
                </a:solidFill>
              </a:defRPr>
            </a:lvl6pPr>
            <a:lvl7pPr>
              <a:defRPr sz="1500" b="1">
                <a:solidFill>
                  <a:srgbClr val="16324F"/>
                </a:solidFill>
              </a:defRPr>
            </a:lvl7pPr>
            <a:lvl8pPr>
              <a:defRPr sz="1500" b="1">
                <a:solidFill>
                  <a:srgbClr val="16324F"/>
                </a:solidFill>
              </a:defRPr>
            </a:lvl8pPr>
            <a:lvl9pPr>
              <a:defRPr sz="15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Incompatibles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CAE81-3C43-408E-A358-A5D6219A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863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C6F7C"/>
                </a:solidFill>
              </a:defRPr>
            </a:defPPr>
            <a:lvl1pPr>
              <a:defRPr sz="1950" b="0">
                <a:solidFill>
                  <a:srgbClr val="5C6F7C"/>
                </a:solidFill>
              </a:defRPr>
            </a:lvl1pPr>
            <a:lvl2pPr>
              <a:defRPr sz="1950" b="0">
                <a:solidFill>
                  <a:srgbClr val="5C6F7C"/>
                </a:solidFill>
              </a:defRPr>
            </a:lvl2pPr>
            <a:lvl3pPr>
              <a:defRPr sz="1950" b="0">
                <a:solidFill>
                  <a:srgbClr val="5C6F7C"/>
                </a:solidFill>
              </a:defRPr>
            </a:lvl3pPr>
            <a:lvl4pPr>
              <a:defRPr sz="1950" b="0">
                <a:solidFill>
                  <a:srgbClr val="5C6F7C"/>
                </a:solidFill>
              </a:defRPr>
            </a:lvl4pPr>
            <a:lvl5pPr>
              <a:defRPr sz="1950" b="0">
                <a:solidFill>
                  <a:srgbClr val="5C6F7C"/>
                </a:solidFill>
              </a:defRPr>
            </a:lvl5pPr>
            <a:lvl6pPr>
              <a:defRPr sz="1950" b="0">
                <a:solidFill>
                  <a:srgbClr val="5C6F7C"/>
                </a:solidFill>
              </a:defRPr>
            </a:lvl6pPr>
            <a:lvl7pPr>
              <a:defRPr sz="1950" b="0">
                <a:solidFill>
                  <a:srgbClr val="5C6F7C"/>
                </a:solidFill>
              </a:defRPr>
            </a:lvl7pPr>
            <a:lvl8pPr>
              <a:defRPr sz="1950" b="0">
                <a:solidFill>
                  <a:srgbClr val="5C6F7C"/>
                </a:solidFill>
              </a:defRPr>
            </a:lvl8pPr>
            <a:lvl9pPr>
              <a:defRPr sz="19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C6F7C"/>
                </a:solidFill>
              </a:defRPr>
            </a:pPr>
            <a:r>
              <a:rPr sz="1950" b="0">
                <a:solidFill>
                  <a:srgbClr val="5C6F7C"/>
                </a:solidFill>
              </a:rPr>
              <a:t>________________________________________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A1169-A077-4D19-8BFC-F44C3764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382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2F2"/>
          </a:solidFill>
          <a:ln xmlns:a="http://schemas.openxmlformats.org/drawingml/2006/main" w="9525">
            <a:solidFill>
              <a:srgbClr val="007C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63E68-6B48-46FB-962D-02E6278B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F"/>
                </a:solidFill>
              </a:defRPr>
            </a:defPPr>
            <a:lvl1pPr>
              <a:defRPr sz="1500" b="0">
                <a:solidFill>
                  <a:srgbClr val="16324F"/>
                </a:solidFill>
              </a:defRPr>
            </a:lvl1pPr>
            <a:lvl2pPr>
              <a:defRPr sz="1500" b="0">
                <a:solidFill>
                  <a:srgbClr val="16324F"/>
                </a:solidFill>
              </a:defRPr>
            </a:lvl2pPr>
            <a:lvl3pPr>
              <a:defRPr sz="1500" b="0">
                <a:solidFill>
                  <a:srgbClr val="16324F"/>
                </a:solidFill>
              </a:defRPr>
            </a:lvl3pPr>
            <a:lvl4pPr>
              <a:defRPr sz="1500" b="0">
                <a:solidFill>
                  <a:srgbClr val="16324F"/>
                </a:solidFill>
              </a:defRPr>
            </a:lvl4pPr>
            <a:lvl5pPr>
              <a:defRPr sz="1500" b="0">
                <a:solidFill>
                  <a:srgbClr val="16324F"/>
                </a:solidFill>
              </a:defRPr>
            </a:lvl5pPr>
            <a:lvl6pPr>
              <a:defRPr sz="1500" b="0">
                <a:solidFill>
                  <a:srgbClr val="16324F"/>
                </a:solidFill>
              </a:defRPr>
            </a:lvl6pPr>
            <a:lvl7pPr>
              <a:defRPr sz="1500" b="0">
                <a:solidFill>
                  <a:srgbClr val="16324F"/>
                </a:solidFill>
              </a:defRPr>
            </a:lvl7pPr>
            <a:lvl8pPr>
              <a:defRPr sz="1500" b="0">
                <a:solidFill>
                  <a:srgbClr val="16324F"/>
                </a:solidFill>
              </a:defRPr>
            </a:lvl8pPr>
            <a:lvl9pPr>
              <a:defRPr sz="1500" b="0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F"/>
                </a:solidFill>
              </a:defRPr>
            </a:pPr>
            <a:r>
              <a:rPr sz="1500" b="0">
                <a:solidFill>
                  <a:srgbClr val="16324F"/>
                </a:solidFill>
              </a:rPr>
              <a:t>Comprobación: ____ ≤ P(A) ≤ ____ y P(S) = ____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3D5EF-60D0-4894-B3BF-8853131B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7C83"/>
                </a:solidFill>
              </a:defRPr>
            </a:defPPr>
            <a:lvl1pPr>
              <a:defRPr sz="825" b="1">
                <a:solidFill>
                  <a:srgbClr val="007C83"/>
                </a:solidFill>
              </a:defRPr>
            </a:lvl1pPr>
            <a:lvl2pPr>
              <a:defRPr sz="825" b="1">
                <a:solidFill>
                  <a:srgbClr val="007C83"/>
                </a:solidFill>
              </a:defRPr>
            </a:lvl2pPr>
            <a:lvl3pPr>
              <a:defRPr sz="825" b="1">
                <a:solidFill>
                  <a:srgbClr val="007C83"/>
                </a:solidFill>
              </a:defRPr>
            </a:lvl3pPr>
            <a:lvl4pPr>
              <a:defRPr sz="825" b="1">
                <a:solidFill>
                  <a:srgbClr val="007C83"/>
                </a:solidFill>
              </a:defRPr>
            </a:lvl4pPr>
            <a:lvl5pPr>
              <a:defRPr sz="825" b="1">
                <a:solidFill>
                  <a:srgbClr val="007C83"/>
                </a:solidFill>
              </a:defRPr>
            </a:lvl5pPr>
            <a:lvl6pPr>
              <a:defRPr sz="825" b="1">
                <a:solidFill>
                  <a:srgbClr val="007C83"/>
                </a:solidFill>
              </a:defRPr>
            </a:lvl6pPr>
            <a:lvl7pPr>
              <a:defRPr sz="825" b="1">
                <a:solidFill>
                  <a:srgbClr val="007C83"/>
                </a:solidFill>
              </a:defRPr>
            </a:lvl7pPr>
            <a:lvl8pPr>
              <a:defRPr sz="825" b="1">
                <a:solidFill>
                  <a:srgbClr val="007C83"/>
                </a:solidFill>
              </a:defRPr>
            </a:lvl8pPr>
            <a:lvl9pPr>
              <a:defRPr sz="825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007C83"/>
                </a:solidFill>
              </a:defRPr>
            </a:pPr>
            <a:r>
              <a:rPr sz="825" b="1">
                <a:solidFill>
                  <a:srgbClr val="007C83"/>
                </a:solidFill>
              </a:rPr>
              <a:t>VERSIÓN DEL ALUMNO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8F464-2441-41AD-A3C2-8D093ED4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26252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57025-246C-4141-A76E-A15DFD26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ED022-EB94-46F9-BF20-B289D12C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Práctica de ocurrencia de eventos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0084E-B9B6-453B-A831-41817CBE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Una pieza se elige al azar de un lote de 20 unidades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BB8B5-0253-4E3A-AA88-41F35B6E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4EA3F-E05E-409F-9770-79921F94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C83"/>
                </a:solidFill>
              </a:defRPr>
            </a:defPPr>
            <a:lvl1pPr>
              <a:defRPr sz="1575" b="1">
                <a:solidFill>
                  <a:srgbClr val="007C83"/>
                </a:solidFill>
              </a:defRPr>
            </a:lvl1pPr>
            <a:lvl2pPr>
              <a:defRPr sz="1575" b="1">
                <a:solidFill>
                  <a:srgbClr val="007C83"/>
                </a:solidFill>
              </a:defRPr>
            </a:lvl2pPr>
            <a:lvl3pPr>
              <a:defRPr sz="1575" b="1">
                <a:solidFill>
                  <a:srgbClr val="007C83"/>
                </a:solidFill>
              </a:defRPr>
            </a:lvl3pPr>
            <a:lvl4pPr>
              <a:defRPr sz="1575" b="1">
                <a:solidFill>
                  <a:srgbClr val="007C83"/>
                </a:solidFill>
              </a:defRPr>
            </a:lvl4pPr>
            <a:lvl5pPr>
              <a:defRPr sz="1575" b="1">
                <a:solidFill>
                  <a:srgbClr val="007C83"/>
                </a:solidFill>
              </a:defRPr>
            </a:lvl5pPr>
            <a:lvl6pPr>
              <a:defRPr sz="1575" b="1">
                <a:solidFill>
                  <a:srgbClr val="007C83"/>
                </a:solidFill>
              </a:defRPr>
            </a:lvl6pPr>
            <a:lvl7pPr>
              <a:defRPr sz="1575" b="1">
                <a:solidFill>
                  <a:srgbClr val="007C83"/>
                </a:solidFill>
              </a:defRPr>
            </a:lvl7pPr>
            <a:lvl8pPr>
              <a:defRPr sz="1575" b="1">
                <a:solidFill>
                  <a:srgbClr val="007C83"/>
                </a:solidFill>
              </a:defRPr>
            </a:lvl8pPr>
            <a:lvl9pPr>
              <a:defRPr sz="1575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3"/>
                </a:solidFill>
              </a:defRPr>
            </a:pPr>
            <a:r>
              <a:rPr sz="1575" b="1">
                <a:solidFill>
                  <a:srgbClr val="007C83"/>
                </a:solidFill>
              </a:rPr>
              <a:t>Datos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72430-BDB5-4A6B-9232-D145D6BE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F"/>
                </a:solidFill>
              </a:defRPr>
            </a:defPPr>
            <a:lvl1pPr>
              <a:defRPr sz="1575" b="1">
                <a:solidFill>
                  <a:srgbClr val="16324F"/>
                </a:solidFill>
              </a:defRPr>
            </a:lvl1pPr>
            <a:lvl2pPr>
              <a:defRPr sz="1575" b="1">
                <a:solidFill>
                  <a:srgbClr val="16324F"/>
                </a:solidFill>
              </a:defRPr>
            </a:lvl2pPr>
            <a:lvl3pPr>
              <a:defRPr sz="1575" b="1">
                <a:solidFill>
                  <a:srgbClr val="16324F"/>
                </a:solidFill>
              </a:defRPr>
            </a:lvl3pPr>
            <a:lvl4pPr>
              <a:defRPr sz="1575" b="1">
                <a:solidFill>
                  <a:srgbClr val="16324F"/>
                </a:solidFill>
              </a:defRPr>
            </a:lvl4pPr>
            <a:lvl5pPr>
              <a:defRPr sz="1575" b="1">
                <a:solidFill>
                  <a:srgbClr val="16324F"/>
                </a:solidFill>
              </a:defRPr>
            </a:lvl5pPr>
            <a:lvl6pPr>
              <a:defRPr sz="1575" b="1">
                <a:solidFill>
                  <a:srgbClr val="16324F"/>
                </a:solidFill>
              </a:defRPr>
            </a:lvl6pPr>
            <a:lvl7pPr>
              <a:defRPr sz="1575" b="1">
                <a:solidFill>
                  <a:srgbClr val="16324F"/>
                </a:solidFill>
              </a:defRPr>
            </a:lvl7pPr>
            <a:lvl8pPr>
              <a:defRPr sz="1575" b="1">
                <a:solidFill>
                  <a:srgbClr val="16324F"/>
                </a:solidFill>
              </a:defRPr>
            </a:lvl8pPr>
            <a:lvl9pPr>
              <a:defRPr sz="15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12 correctas   5 con defecto superficial   3 con defecto dimensional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57341-243B-4B93-81CB-6DB3A659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24F"/>
                </a:solidFill>
              </a:defRPr>
            </a:defPPr>
            <a:lvl1pPr>
              <a:defRPr sz="1500" b="1">
                <a:solidFill>
                  <a:srgbClr val="16324F"/>
                </a:solidFill>
              </a:defRPr>
            </a:lvl1pPr>
            <a:lvl2pPr>
              <a:defRPr sz="1500" b="1">
                <a:solidFill>
                  <a:srgbClr val="16324F"/>
                </a:solidFill>
              </a:defRPr>
            </a:lvl2pPr>
            <a:lvl3pPr>
              <a:defRPr sz="1500" b="1">
                <a:solidFill>
                  <a:srgbClr val="16324F"/>
                </a:solidFill>
              </a:defRPr>
            </a:lvl3pPr>
            <a:lvl4pPr>
              <a:defRPr sz="1500" b="1">
                <a:solidFill>
                  <a:srgbClr val="16324F"/>
                </a:solidFill>
              </a:defRPr>
            </a:lvl4pPr>
            <a:lvl5pPr>
              <a:defRPr sz="1500" b="1">
                <a:solidFill>
                  <a:srgbClr val="16324F"/>
                </a:solidFill>
              </a:defRPr>
            </a:lvl5pPr>
            <a:lvl6pPr>
              <a:defRPr sz="1500" b="1">
                <a:solidFill>
                  <a:srgbClr val="16324F"/>
                </a:solidFill>
              </a:defRPr>
            </a:lvl6pPr>
            <a:lvl7pPr>
              <a:defRPr sz="1500" b="1">
                <a:solidFill>
                  <a:srgbClr val="16324F"/>
                </a:solidFill>
              </a:defRPr>
            </a:lvl7pPr>
            <a:lvl8pPr>
              <a:defRPr sz="1500" b="1">
                <a:solidFill>
                  <a:srgbClr val="16324F"/>
                </a:solidFill>
              </a:defRPr>
            </a:lvl8pPr>
            <a:lvl9pPr>
              <a:defRPr sz="15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A = pieza correcta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9823E-67E4-4E5F-B0FF-2B66690C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24F"/>
                </a:solidFill>
              </a:defRPr>
            </a:defPPr>
            <a:lvl1pPr>
              <a:defRPr sz="1500" b="1">
                <a:solidFill>
                  <a:srgbClr val="16324F"/>
                </a:solidFill>
              </a:defRPr>
            </a:lvl1pPr>
            <a:lvl2pPr>
              <a:defRPr sz="1500" b="1">
                <a:solidFill>
                  <a:srgbClr val="16324F"/>
                </a:solidFill>
              </a:defRPr>
            </a:lvl2pPr>
            <a:lvl3pPr>
              <a:defRPr sz="1500" b="1">
                <a:solidFill>
                  <a:srgbClr val="16324F"/>
                </a:solidFill>
              </a:defRPr>
            </a:lvl3pPr>
            <a:lvl4pPr>
              <a:defRPr sz="1500" b="1">
                <a:solidFill>
                  <a:srgbClr val="16324F"/>
                </a:solidFill>
              </a:defRPr>
            </a:lvl4pPr>
            <a:lvl5pPr>
              <a:defRPr sz="1500" b="1">
                <a:solidFill>
                  <a:srgbClr val="16324F"/>
                </a:solidFill>
              </a:defRPr>
            </a:lvl5pPr>
            <a:lvl6pPr>
              <a:defRPr sz="1500" b="1">
                <a:solidFill>
                  <a:srgbClr val="16324F"/>
                </a:solidFill>
              </a:defRPr>
            </a:lvl6pPr>
            <a:lvl7pPr>
              <a:defRPr sz="1500" b="1">
                <a:solidFill>
                  <a:srgbClr val="16324F"/>
                </a:solidFill>
              </a:defRPr>
            </a:lvl7pPr>
            <a:lvl8pPr>
              <a:defRPr sz="1500" b="1">
                <a:solidFill>
                  <a:srgbClr val="16324F"/>
                </a:solidFill>
              </a:defRPr>
            </a:lvl8pPr>
            <a:lvl9pPr>
              <a:defRPr sz="15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B = pieza defectuosa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2D2EF-D6F3-4F90-A6C4-31FF0218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0375"/>
            <a:ext cx="6334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62F93-402F-4ED0-9057-BF746A28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7657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C6F7C"/>
                </a:solidFill>
              </a:defRPr>
            </a:defPPr>
            <a:lvl1pPr>
              <a:defRPr sz="1575" b="0">
                <a:solidFill>
                  <a:srgbClr val="5C6F7C"/>
                </a:solidFill>
              </a:defRPr>
            </a:lvl1pPr>
            <a:lvl2pPr>
              <a:defRPr sz="1575" b="0">
                <a:solidFill>
                  <a:srgbClr val="5C6F7C"/>
                </a:solidFill>
              </a:defRPr>
            </a:lvl2pPr>
            <a:lvl3pPr>
              <a:defRPr sz="1575" b="0">
                <a:solidFill>
                  <a:srgbClr val="5C6F7C"/>
                </a:solidFill>
              </a:defRPr>
            </a:lvl3pPr>
            <a:lvl4pPr>
              <a:defRPr sz="1575" b="0">
                <a:solidFill>
                  <a:srgbClr val="5C6F7C"/>
                </a:solidFill>
              </a:defRPr>
            </a:lvl4pPr>
            <a:lvl5pPr>
              <a:defRPr sz="1575" b="0">
                <a:solidFill>
                  <a:srgbClr val="5C6F7C"/>
                </a:solidFill>
              </a:defRPr>
            </a:lvl5pPr>
            <a:lvl6pPr>
              <a:defRPr sz="1575" b="0">
                <a:solidFill>
                  <a:srgbClr val="5C6F7C"/>
                </a:solidFill>
              </a:defRPr>
            </a:lvl6pPr>
            <a:lvl7pPr>
              <a:defRPr sz="1575" b="0">
                <a:solidFill>
                  <a:srgbClr val="5C6F7C"/>
                </a:solidFill>
              </a:defRPr>
            </a:lvl7pPr>
            <a:lvl8pPr>
              <a:defRPr sz="1575" b="0">
                <a:solidFill>
                  <a:srgbClr val="5C6F7C"/>
                </a:solidFill>
              </a:defRPr>
            </a:lvl8pPr>
            <a:lvl9pPr>
              <a:defRPr sz="1575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C6F7C"/>
                </a:solidFill>
              </a:defRPr>
            </a:pPr>
            <a:r>
              <a:rPr sz="1575" b="0">
                <a:solidFill>
                  <a:srgbClr val="5C6F7C"/>
                </a:solidFill>
              </a:rPr>
              <a:t>P(A) = 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23F36-DF93-4DFA-81DD-587F66FC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67125"/>
            <a:ext cx="6334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BFF0A-EAB5-41B0-BDAB-96F0FEAE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4332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C6F7C"/>
                </a:solidFill>
              </a:defRPr>
            </a:defPPr>
            <a:lvl1pPr>
              <a:defRPr sz="1575" b="0">
                <a:solidFill>
                  <a:srgbClr val="5C6F7C"/>
                </a:solidFill>
              </a:defRPr>
            </a:lvl1pPr>
            <a:lvl2pPr>
              <a:defRPr sz="1575" b="0">
                <a:solidFill>
                  <a:srgbClr val="5C6F7C"/>
                </a:solidFill>
              </a:defRPr>
            </a:lvl2pPr>
            <a:lvl3pPr>
              <a:defRPr sz="1575" b="0">
                <a:solidFill>
                  <a:srgbClr val="5C6F7C"/>
                </a:solidFill>
              </a:defRPr>
            </a:lvl3pPr>
            <a:lvl4pPr>
              <a:defRPr sz="1575" b="0">
                <a:solidFill>
                  <a:srgbClr val="5C6F7C"/>
                </a:solidFill>
              </a:defRPr>
            </a:lvl4pPr>
            <a:lvl5pPr>
              <a:defRPr sz="1575" b="0">
                <a:solidFill>
                  <a:srgbClr val="5C6F7C"/>
                </a:solidFill>
              </a:defRPr>
            </a:lvl5pPr>
            <a:lvl6pPr>
              <a:defRPr sz="1575" b="0">
                <a:solidFill>
                  <a:srgbClr val="5C6F7C"/>
                </a:solidFill>
              </a:defRPr>
            </a:lvl6pPr>
            <a:lvl7pPr>
              <a:defRPr sz="1575" b="0">
                <a:solidFill>
                  <a:srgbClr val="5C6F7C"/>
                </a:solidFill>
              </a:defRPr>
            </a:lvl7pPr>
            <a:lvl8pPr>
              <a:defRPr sz="1575" b="0">
                <a:solidFill>
                  <a:srgbClr val="5C6F7C"/>
                </a:solidFill>
              </a:defRPr>
            </a:lvl8pPr>
            <a:lvl9pPr>
              <a:defRPr sz="1575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C6F7C"/>
                </a:solidFill>
              </a:defRPr>
            </a:pPr>
            <a:r>
              <a:rPr sz="1575" b="0">
                <a:solidFill>
                  <a:srgbClr val="5C6F7C"/>
                </a:solidFill>
              </a:rPr>
              <a:t>P(B) = __________________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F115E-34AF-4FC4-A103-3762EB59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33875"/>
            <a:ext cx="6334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6C4EC-2C8C-477E-B3B7-3844EF8D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007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C6F7C"/>
                </a:solidFill>
              </a:defRPr>
            </a:defPPr>
            <a:lvl1pPr>
              <a:defRPr sz="1575" b="0">
                <a:solidFill>
                  <a:srgbClr val="5C6F7C"/>
                </a:solidFill>
              </a:defRPr>
            </a:lvl1pPr>
            <a:lvl2pPr>
              <a:defRPr sz="1575" b="0">
                <a:solidFill>
                  <a:srgbClr val="5C6F7C"/>
                </a:solidFill>
              </a:defRPr>
            </a:lvl2pPr>
            <a:lvl3pPr>
              <a:defRPr sz="1575" b="0">
                <a:solidFill>
                  <a:srgbClr val="5C6F7C"/>
                </a:solidFill>
              </a:defRPr>
            </a:lvl3pPr>
            <a:lvl4pPr>
              <a:defRPr sz="1575" b="0">
                <a:solidFill>
                  <a:srgbClr val="5C6F7C"/>
                </a:solidFill>
              </a:defRPr>
            </a:lvl4pPr>
            <a:lvl5pPr>
              <a:defRPr sz="1575" b="0">
                <a:solidFill>
                  <a:srgbClr val="5C6F7C"/>
                </a:solidFill>
              </a:defRPr>
            </a:lvl5pPr>
            <a:lvl6pPr>
              <a:defRPr sz="1575" b="0">
                <a:solidFill>
                  <a:srgbClr val="5C6F7C"/>
                </a:solidFill>
              </a:defRPr>
            </a:lvl6pPr>
            <a:lvl7pPr>
              <a:defRPr sz="1575" b="0">
                <a:solidFill>
                  <a:srgbClr val="5C6F7C"/>
                </a:solidFill>
              </a:defRPr>
            </a:lvl7pPr>
            <a:lvl8pPr>
              <a:defRPr sz="1575" b="0">
                <a:solidFill>
                  <a:srgbClr val="5C6F7C"/>
                </a:solidFill>
              </a:defRPr>
            </a:lvl8pPr>
            <a:lvl9pPr>
              <a:defRPr sz="1575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C6F7C"/>
                </a:solidFill>
              </a:defRPr>
            </a:pPr>
            <a:r>
              <a:rPr sz="1575" b="0">
                <a:solidFill>
                  <a:srgbClr val="5C6F7C"/>
                </a:solidFill>
              </a:rPr>
              <a:t>A ∩ B = __________________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5F8E8-3F85-45C6-81CF-35BB6FCA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00625"/>
            <a:ext cx="6334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EF6B1-6541-4FB6-8134-0DAE02C6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7682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C6F7C"/>
                </a:solidFill>
              </a:defRPr>
            </a:defPPr>
            <a:lvl1pPr>
              <a:defRPr sz="1575" b="0">
                <a:solidFill>
                  <a:srgbClr val="5C6F7C"/>
                </a:solidFill>
              </a:defRPr>
            </a:lvl1pPr>
            <a:lvl2pPr>
              <a:defRPr sz="1575" b="0">
                <a:solidFill>
                  <a:srgbClr val="5C6F7C"/>
                </a:solidFill>
              </a:defRPr>
            </a:lvl2pPr>
            <a:lvl3pPr>
              <a:defRPr sz="1575" b="0">
                <a:solidFill>
                  <a:srgbClr val="5C6F7C"/>
                </a:solidFill>
              </a:defRPr>
            </a:lvl3pPr>
            <a:lvl4pPr>
              <a:defRPr sz="1575" b="0">
                <a:solidFill>
                  <a:srgbClr val="5C6F7C"/>
                </a:solidFill>
              </a:defRPr>
            </a:lvl4pPr>
            <a:lvl5pPr>
              <a:defRPr sz="1575" b="0">
                <a:solidFill>
                  <a:srgbClr val="5C6F7C"/>
                </a:solidFill>
              </a:defRPr>
            </a:lvl5pPr>
            <a:lvl6pPr>
              <a:defRPr sz="1575" b="0">
                <a:solidFill>
                  <a:srgbClr val="5C6F7C"/>
                </a:solidFill>
              </a:defRPr>
            </a:lvl6pPr>
            <a:lvl7pPr>
              <a:defRPr sz="1575" b="0">
                <a:solidFill>
                  <a:srgbClr val="5C6F7C"/>
                </a:solidFill>
              </a:defRPr>
            </a:lvl7pPr>
            <a:lvl8pPr>
              <a:defRPr sz="1575" b="0">
                <a:solidFill>
                  <a:srgbClr val="5C6F7C"/>
                </a:solidFill>
              </a:defRPr>
            </a:lvl8pPr>
            <a:lvl9pPr>
              <a:defRPr sz="1575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C6F7C"/>
                </a:solidFill>
              </a:defRPr>
            </a:pPr>
            <a:r>
              <a:rPr sz="1575" b="0">
                <a:solidFill>
                  <a:srgbClr val="5C6F7C"/>
                </a:solidFill>
              </a:rPr>
              <a:t>P(A ∪ B) = _____________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A62509-6DD0-4DA4-A0CD-68B18194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C6F7C"/>
                </a:solidFill>
              </a:defRPr>
            </a:defPPr>
            <a:lvl1pPr>
              <a:defRPr sz="1500" b="0">
                <a:solidFill>
                  <a:srgbClr val="5C6F7C"/>
                </a:solidFill>
              </a:defRPr>
            </a:lvl1pPr>
            <a:lvl2pPr>
              <a:defRPr sz="1500" b="0">
                <a:solidFill>
                  <a:srgbClr val="5C6F7C"/>
                </a:solidFill>
              </a:defRPr>
            </a:lvl2pPr>
            <a:lvl3pPr>
              <a:defRPr sz="1500" b="0">
                <a:solidFill>
                  <a:srgbClr val="5C6F7C"/>
                </a:solidFill>
              </a:defRPr>
            </a:lvl3pPr>
            <a:lvl4pPr>
              <a:defRPr sz="1500" b="0">
                <a:solidFill>
                  <a:srgbClr val="5C6F7C"/>
                </a:solidFill>
              </a:defRPr>
            </a:lvl4pPr>
            <a:lvl5pPr>
              <a:defRPr sz="1500" b="0">
                <a:solidFill>
                  <a:srgbClr val="5C6F7C"/>
                </a:solidFill>
              </a:defRPr>
            </a:lvl5pPr>
            <a:lvl6pPr>
              <a:defRPr sz="1500" b="0">
                <a:solidFill>
                  <a:srgbClr val="5C6F7C"/>
                </a:solidFill>
              </a:defRPr>
            </a:lvl6pPr>
            <a:lvl7pPr>
              <a:defRPr sz="1500" b="0">
                <a:solidFill>
                  <a:srgbClr val="5C6F7C"/>
                </a:solidFill>
              </a:defRPr>
            </a:lvl7pPr>
            <a:lvl8pPr>
              <a:defRPr sz="1500" b="0">
                <a:solidFill>
                  <a:srgbClr val="5C6F7C"/>
                </a:solidFill>
              </a:defRPr>
            </a:lvl8pPr>
            <a:lvl9pPr>
              <a:defRPr sz="150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C6F7C"/>
                </a:solidFill>
              </a:defRPr>
            </a:pPr>
            <a:r>
              <a:rPr sz="1500" b="0">
                <a:solidFill>
                  <a:srgbClr val="5C6F7C"/>
                </a:solidFill>
              </a:rPr>
              <a:t>Conclusión: A y B son __________________ y __________________.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D6D27-DB32-4CDC-A1A7-D63D7DA9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7C83"/>
                </a:solidFill>
              </a:defRPr>
            </a:defPPr>
            <a:lvl1pPr>
              <a:defRPr sz="825" b="1">
                <a:solidFill>
                  <a:srgbClr val="007C83"/>
                </a:solidFill>
              </a:defRPr>
            </a:lvl1pPr>
            <a:lvl2pPr>
              <a:defRPr sz="825" b="1">
                <a:solidFill>
                  <a:srgbClr val="007C83"/>
                </a:solidFill>
              </a:defRPr>
            </a:lvl2pPr>
            <a:lvl3pPr>
              <a:defRPr sz="825" b="1">
                <a:solidFill>
                  <a:srgbClr val="007C83"/>
                </a:solidFill>
              </a:defRPr>
            </a:lvl3pPr>
            <a:lvl4pPr>
              <a:defRPr sz="825" b="1">
                <a:solidFill>
                  <a:srgbClr val="007C83"/>
                </a:solidFill>
              </a:defRPr>
            </a:lvl4pPr>
            <a:lvl5pPr>
              <a:defRPr sz="825" b="1">
                <a:solidFill>
                  <a:srgbClr val="007C83"/>
                </a:solidFill>
              </a:defRPr>
            </a:lvl5pPr>
            <a:lvl6pPr>
              <a:defRPr sz="825" b="1">
                <a:solidFill>
                  <a:srgbClr val="007C83"/>
                </a:solidFill>
              </a:defRPr>
            </a:lvl6pPr>
            <a:lvl7pPr>
              <a:defRPr sz="825" b="1">
                <a:solidFill>
                  <a:srgbClr val="007C83"/>
                </a:solidFill>
              </a:defRPr>
            </a:lvl7pPr>
            <a:lvl8pPr>
              <a:defRPr sz="825" b="1">
                <a:solidFill>
                  <a:srgbClr val="007C83"/>
                </a:solidFill>
              </a:defRPr>
            </a:lvl8pPr>
            <a:lvl9pPr>
              <a:defRPr sz="825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007C83"/>
                </a:solidFill>
              </a:defRPr>
            </a:pPr>
            <a:r>
              <a:rPr sz="825" b="1">
                <a:solidFill>
                  <a:srgbClr val="007C83"/>
                </a:solidFill>
              </a:rPr>
              <a:t>VERSIÓN DEL ALUMNO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4F031-CEA4-462D-8800-F6D4D62D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8524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12301-01CE-41A4-84CE-5C081467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4A62B"/>
                </a:solidFill>
              </a:defRPr>
            </a:defPPr>
            <a:lvl1pPr>
              <a:defRPr sz="1200" b="1">
                <a:solidFill>
                  <a:srgbClr val="E4A62B"/>
                </a:solidFill>
              </a:defRPr>
            </a:lvl1pPr>
            <a:lvl2pPr>
              <a:defRPr sz="1200" b="1">
                <a:solidFill>
                  <a:srgbClr val="E4A62B"/>
                </a:solidFill>
              </a:defRPr>
            </a:lvl2pPr>
            <a:lvl3pPr>
              <a:defRPr sz="1200" b="1">
                <a:solidFill>
                  <a:srgbClr val="E4A62B"/>
                </a:solidFill>
              </a:defRPr>
            </a:lvl3pPr>
            <a:lvl4pPr>
              <a:defRPr sz="1200" b="1">
                <a:solidFill>
                  <a:srgbClr val="E4A62B"/>
                </a:solidFill>
              </a:defRPr>
            </a:lvl4pPr>
            <a:lvl5pPr>
              <a:defRPr sz="1200" b="1">
                <a:solidFill>
                  <a:srgbClr val="E4A62B"/>
                </a:solidFill>
              </a:defRPr>
            </a:lvl5pPr>
            <a:lvl6pPr>
              <a:defRPr sz="1200" b="1">
                <a:solidFill>
                  <a:srgbClr val="E4A62B"/>
                </a:solidFill>
              </a:defRPr>
            </a:lvl6pPr>
            <a:lvl7pPr>
              <a:defRPr sz="1200" b="1">
                <a:solidFill>
                  <a:srgbClr val="E4A62B"/>
                </a:solidFill>
              </a:defRPr>
            </a:lvl7pPr>
            <a:lvl8pPr>
              <a:defRPr sz="1200" b="1">
                <a:solidFill>
                  <a:srgbClr val="E4A62B"/>
                </a:solidFill>
              </a:defRPr>
            </a:lvl8pPr>
            <a:lvl9pPr>
              <a:defRPr sz="1200" b="1">
                <a:solidFill>
                  <a:srgbClr val="E4A62B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4A62B"/>
                </a:solidFill>
              </a:defRPr>
            </a:pPr>
            <a:r>
              <a:rPr sz="1200" b="1">
                <a:solidFill>
                  <a:srgbClr val="E4A62B"/>
                </a:solidFill>
              </a:rPr>
              <a:t>2.4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682B3-185E-4B36-B17C-E492A188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  <a:lvl1pPr>
              <a:defRPr sz="2550" b="1">
                <a:solidFill>
                  <a:srgbClr val="FFFFFF"/>
                </a:solidFill>
              </a:defRPr>
            </a:lvl1pPr>
            <a:lvl2pPr>
              <a:defRPr sz="2550" b="1">
                <a:solidFill>
                  <a:srgbClr val="FFFFFF"/>
                </a:solidFill>
              </a:defRPr>
            </a:lvl2pPr>
            <a:lvl3pPr>
              <a:defRPr sz="2550" b="1">
                <a:solidFill>
                  <a:srgbClr val="FFFFFF"/>
                </a:solidFill>
              </a:defRPr>
            </a:lvl3pPr>
            <a:lvl4pPr>
              <a:defRPr sz="2550" b="1">
                <a:solidFill>
                  <a:srgbClr val="FFFFFF"/>
                </a:solidFill>
              </a:defRPr>
            </a:lvl4pPr>
            <a:lvl5pPr>
              <a:defRPr sz="2550" b="1">
                <a:solidFill>
                  <a:srgbClr val="FFFFFF"/>
                </a:solidFill>
              </a:defRPr>
            </a:lvl5pPr>
            <a:lvl6pPr>
              <a:defRPr sz="2550" b="1">
                <a:solidFill>
                  <a:srgbClr val="FFFFFF"/>
                </a:solidFill>
              </a:defRPr>
            </a:lvl6pPr>
            <a:lvl7pPr>
              <a:defRPr sz="2550" b="1">
                <a:solidFill>
                  <a:srgbClr val="FFFFFF"/>
                </a:solidFill>
              </a:defRPr>
            </a:lvl7pPr>
            <a:lvl8pPr>
              <a:defRPr sz="2550" b="1">
                <a:solidFill>
                  <a:srgbClr val="FFFFFF"/>
                </a:solidFill>
              </a:defRPr>
            </a:lvl8pPr>
            <a:lvl9pPr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Principio multiplicativo y factorial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41F50-00F7-45AF-A8EA-C73E2FCE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BD5E1"/>
                </a:solidFill>
              </a:defRPr>
            </a:defPPr>
            <a:lvl1pPr>
              <a:defRPr sz="1350" b="0">
                <a:solidFill>
                  <a:srgbClr val="CBD5E1"/>
                </a:solidFill>
              </a:defRPr>
            </a:lvl1pPr>
            <a:lvl2pPr>
              <a:defRPr sz="1350" b="0">
                <a:solidFill>
                  <a:srgbClr val="CBD5E1"/>
                </a:solidFill>
              </a:defRPr>
            </a:lvl2pPr>
            <a:lvl3pPr>
              <a:defRPr sz="1350" b="0">
                <a:solidFill>
                  <a:srgbClr val="CBD5E1"/>
                </a:solidFill>
              </a:defRPr>
            </a:lvl3pPr>
            <a:lvl4pPr>
              <a:defRPr sz="1350" b="0">
                <a:solidFill>
                  <a:srgbClr val="CBD5E1"/>
                </a:solidFill>
              </a:defRPr>
            </a:lvl4pPr>
            <a:lvl5pPr>
              <a:defRPr sz="1350" b="0">
                <a:solidFill>
                  <a:srgbClr val="CBD5E1"/>
                </a:solidFill>
              </a:defRPr>
            </a:lvl5pPr>
            <a:lvl6pPr>
              <a:defRPr sz="1350" b="0">
                <a:solidFill>
                  <a:srgbClr val="CBD5E1"/>
                </a:solidFill>
              </a:defRPr>
            </a:lvl6pPr>
            <a:lvl7pPr>
              <a:defRPr sz="1350" b="0">
                <a:solidFill>
                  <a:srgbClr val="CBD5E1"/>
                </a:solidFill>
              </a:defRPr>
            </a:lvl7pPr>
            <a:lvl8pPr>
              <a:defRPr sz="1350" b="0">
                <a:solidFill>
                  <a:srgbClr val="CBD5E1"/>
                </a:solidFill>
              </a:defRPr>
            </a:lvl8pPr>
            <a:lvl9pPr>
              <a:defRPr sz="1350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El conteo organiza el espacio muestral cuando hay varias etapas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53B08-8C44-411A-BB0A-CAB21788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2D856-F34A-4F71-A1FA-EC7C5CD4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Si una etapa tiene m opciones y otra tiene n opciones, existen m × n resultados.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64815-AB2B-490D-8706-F61778C5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285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14866"/>
          </a:solidFill>
          <a:ln xmlns:a="http://schemas.openxmlformats.org/drawingml/2006/main" w="9525">
            <a:solidFill>
              <a:srgbClr val="4B7A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B5A99-6637-4467-8D0B-CEB2F62A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9ECF3"/>
                </a:solidFill>
              </a:defRPr>
            </a:defPPr>
            <a:lvl1pPr>
              <a:defRPr sz="1425" b="1">
                <a:solidFill>
                  <a:srgbClr val="D9ECF3"/>
                </a:solidFill>
              </a:defRPr>
            </a:lvl1pPr>
            <a:lvl2pPr>
              <a:defRPr sz="1425" b="1">
                <a:solidFill>
                  <a:srgbClr val="D9ECF3"/>
                </a:solidFill>
              </a:defRPr>
            </a:lvl2pPr>
            <a:lvl3pPr>
              <a:defRPr sz="1425" b="1">
                <a:solidFill>
                  <a:srgbClr val="D9ECF3"/>
                </a:solidFill>
              </a:defRPr>
            </a:lvl3pPr>
            <a:lvl4pPr>
              <a:defRPr sz="1425" b="1">
                <a:solidFill>
                  <a:srgbClr val="D9ECF3"/>
                </a:solidFill>
              </a:defRPr>
            </a:lvl4pPr>
            <a:lvl5pPr>
              <a:defRPr sz="1425" b="1">
                <a:solidFill>
                  <a:srgbClr val="D9ECF3"/>
                </a:solidFill>
              </a:defRPr>
            </a:lvl5pPr>
            <a:lvl6pPr>
              <a:defRPr sz="1425" b="1">
                <a:solidFill>
                  <a:srgbClr val="D9ECF3"/>
                </a:solidFill>
              </a:defRPr>
            </a:lvl6pPr>
            <a:lvl7pPr>
              <a:defRPr sz="1425" b="1">
                <a:solidFill>
                  <a:srgbClr val="D9ECF3"/>
                </a:solidFill>
              </a:defRPr>
            </a:lvl7pPr>
            <a:lvl8pPr>
              <a:defRPr sz="1425" b="1">
                <a:solidFill>
                  <a:srgbClr val="D9ECF3"/>
                </a:solidFill>
              </a:defRPr>
            </a:lvl8pPr>
            <a:lvl9pPr>
              <a:defRPr sz="1425" b="1">
                <a:solidFill>
                  <a:srgbClr val="D9ECF3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9ECF3"/>
                </a:solidFill>
              </a:defRPr>
            </a:pPr>
            <a:r>
              <a:rPr sz="1425" b="1">
                <a:solidFill>
                  <a:srgbClr val="D9ECF3"/>
                </a:solidFill>
              </a:rPr>
              <a:t>3 camisas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C5967-2538-4B5A-8B16-00499E7A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D27A"/>
                </a:solidFill>
              </a:defRPr>
            </a:defPPr>
            <a:lvl1pPr>
              <a:defRPr sz="2100" b="1">
                <a:solidFill>
                  <a:srgbClr val="FFD27A"/>
                </a:solidFill>
              </a:defRPr>
            </a:lvl1pPr>
            <a:lvl2pPr>
              <a:defRPr sz="2100" b="1">
                <a:solidFill>
                  <a:srgbClr val="FFD27A"/>
                </a:solidFill>
              </a:defRPr>
            </a:lvl2pPr>
            <a:lvl3pPr>
              <a:defRPr sz="2100" b="1">
                <a:solidFill>
                  <a:srgbClr val="FFD27A"/>
                </a:solidFill>
              </a:defRPr>
            </a:lvl3pPr>
            <a:lvl4pPr>
              <a:defRPr sz="2100" b="1">
                <a:solidFill>
                  <a:srgbClr val="FFD27A"/>
                </a:solidFill>
              </a:defRPr>
            </a:lvl4pPr>
            <a:lvl5pPr>
              <a:defRPr sz="2100" b="1">
                <a:solidFill>
                  <a:srgbClr val="FFD27A"/>
                </a:solidFill>
              </a:defRPr>
            </a:lvl5pPr>
            <a:lvl6pPr>
              <a:defRPr sz="2100" b="1">
                <a:solidFill>
                  <a:srgbClr val="FFD27A"/>
                </a:solidFill>
              </a:defRPr>
            </a:lvl6pPr>
            <a:lvl7pPr>
              <a:defRPr sz="2100" b="1">
                <a:solidFill>
                  <a:srgbClr val="FFD27A"/>
                </a:solidFill>
              </a:defRPr>
            </a:lvl7pPr>
            <a:lvl8pPr>
              <a:defRPr sz="2100" b="1">
                <a:solidFill>
                  <a:srgbClr val="FFD27A"/>
                </a:solidFill>
              </a:defRPr>
            </a:lvl8pPr>
            <a:lvl9pPr>
              <a:defRPr sz="2100" b="1">
                <a:solidFill>
                  <a:srgbClr val="FFD27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D27A"/>
                </a:solidFill>
              </a:defRPr>
            </a:pPr>
            <a:r>
              <a:rPr sz="2100" b="1">
                <a:solidFill>
                  <a:srgbClr val="FFD27A"/>
                </a:solidFill>
              </a:rPr>
              <a:t>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BD963-BE97-4D28-A98E-5926A95B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95625"/>
            <a:ext cx="285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14866"/>
          </a:solidFill>
          <a:ln xmlns:a="http://schemas.openxmlformats.org/drawingml/2006/main" w="9525">
            <a:solidFill>
              <a:srgbClr val="4B7A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E7053-D5A0-4EA2-B6A0-80708364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38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9ECF3"/>
                </a:solidFill>
              </a:defRPr>
            </a:defPPr>
            <a:lvl1pPr>
              <a:defRPr sz="1425" b="1">
                <a:solidFill>
                  <a:srgbClr val="D9ECF3"/>
                </a:solidFill>
              </a:defRPr>
            </a:lvl1pPr>
            <a:lvl2pPr>
              <a:defRPr sz="1425" b="1">
                <a:solidFill>
                  <a:srgbClr val="D9ECF3"/>
                </a:solidFill>
              </a:defRPr>
            </a:lvl2pPr>
            <a:lvl3pPr>
              <a:defRPr sz="1425" b="1">
                <a:solidFill>
                  <a:srgbClr val="D9ECF3"/>
                </a:solidFill>
              </a:defRPr>
            </a:lvl3pPr>
            <a:lvl4pPr>
              <a:defRPr sz="1425" b="1">
                <a:solidFill>
                  <a:srgbClr val="D9ECF3"/>
                </a:solidFill>
              </a:defRPr>
            </a:lvl4pPr>
            <a:lvl5pPr>
              <a:defRPr sz="1425" b="1">
                <a:solidFill>
                  <a:srgbClr val="D9ECF3"/>
                </a:solidFill>
              </a:defRPr>
            </a:lvl5pPr>
            <a:lvl6pPr>
              <a:defRPr sz="1425" b="1">
                <a:solidFill>
                  <a:srgbClr val="D9ECF3"/>
                </a:solidFill>
              </a:defRPr>
            </a:lvl6pPr>
            <a:lvl7pPr>
              <a:defRPr sz="1425" b="1">
                <a:solidFill>
                  <a:srgbClr val="D9ECF3"/>
                </a:solidFill>
              </a:defRPr>
            </a:lvl7pPr>
            <a:lvl8pPr>
              <a:defRPr sz="1425" b="1">
                <a:solidFill>
                  <a:srgbClr val="D9ECF3"/>
                </a:solidFill>
              </a:defRPr>
            </a:lvl8pPr>
            <a:lvl9pPr>
              <a:defRPr sz="1425" b="1">
                <a:solidFill>
                  <a:srgbClr val="D9ECF3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9ECF3"/>
                </a:solidFill>
              </a:defRPr>
            </a:pPr>
            <a:r>
              <a:rPr sz="1425" b="1">
                <a:solidFill>
                  <a:srgbClr val="D9ECF3"/>
                </a:solidFill>
              </a:rPr>
              <a:t>2 pantalones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7E439-CEDF-43D6-9BE4-10A569EF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00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D27A"/>
                </a:solidFill>
              </a:defRPr>
            </a:defPPr>
            <a:lvl1pPr>
              <a:defRPr sz="2100" b="1">
                <a:solidFill>
                  <a:srgbClr val="FFD27A"/>
                </a:solidFill>
              </a:defRPr>
            </a:lvl1pPr>
            <a:lvl2pPr>
              <a:defRPr sz="2100" b="1">
                <a:solidFill>
                  <a:srgbClr val="FFD27A"/>
                </a:solidFill>
              </a:defRPr>
            </a:lvl2pPr>
            <a:lvl3pPr>
              <a:defRPr sz="2100" b="1">
                <a:solidFill>
                  <a:srgbClr val="FFD27A"/>
                </a:solidFill>
              </a:defRPr>
            </a:lvl3pPr>
            <a:lvl4pPr>
              <a:defRPr sz="2100" b="1">
                <a:solidFill>
                  <a:srgbClr val="FFD27A"/>
                </a:solidFill>
              </a:defRPr>
            </a:lvl4pPr>
            <a:lvl5pPr>
              <a:defRPr sz="2100" b="1">
                <a:solidFill>
                  <a:srgbClr val="FFD27A"/>
                </a:solidFill>
              </a:defRPr>
            </a:lvl5pPr>
            <a:lvl6pPr>
              <a:defRPr sz="2100" b="1">
                <a:solidFill>
                  <a:srgbClr val="FFD27A"/>
                </a:solidFill>
              </a:defRPr>
            </a:lvl6pPr>
            <a:lvl7pPr>
              <a:defRPr sz="2100" b="1">
                <a:solidFill>
                  <a:srgbClr val="FFD27A"/>
                </a:solidFill>
              </a:defRPr>
            </a:lvl7pPr>
            <a:lvl8pPr>
              <a:defRPr sz="2100" b="1">
                <a:solidFill>
                  <a:srgbClr val="FFD27A"/>
                </a:solidFill>
              </a:defRPr>
            </a:lvl8pPr>
            <a:lvl9pPr>
              <a:defRPr sz="2100" b="1">
                <a:solidFill>
                  <a:srgbClr val="FFD27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D27A"/>
                </a:solidFill>
              </a:defRPr>
            </a:pPr>
            <a:r>
              <a:rPr sz="2100" b="1">
                <a:solidFill>
                  <a:srgbClr val="FFD27A"/>
                </a:solidFill>
              </a:rPr>
              <a:t>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D2E2B-8E2B-413B-A5F2-C82DD377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95625"/>
            <a:ext cx="285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14866"/>
          </a:solidFill>
          <a:ln xmlns:a="http://schemas.openxmlformats.org/drawingml/2006/main" w="9525">
            <a:solidFill>
              <a:srgbClr val="4B7A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D65DC-3FF9-449B-86C8-0A128CD5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9ECF3"/>
                </a:solidFill>
              </a:defRPr>
            </a:defPPr>
            <a:lvl1pPr>
              <a:defRPr sz="1425" b="1">
                <a:solidFill>
                  <a:srgbClr val="D9ECF3"/>
                </a:solidFill>
              </a:defRPr>
            </a:lvl1pPr>
            <a:lvl2pPr>
              <a:defRPr sz="1425" b="1">
                <a:solidFill>
                  <a:srgbClr val="D9ECF3"/>
                </a:solidFill>
              </a:defRPr>
            </a:lvl2pPr>
            <a:lvl3pPr>
              <a:defRPr sz="1425" b="1">
                <a:solidFill>
                  <a:srgbClr val="D9ECF3"/>
                </a:solidFill>
              </a:defRPr>
            </a:lvl3pPr>
            <a:lvl4pPr>
              <a:defRPr sz="1425" b="1">
                <a:solidFill>
                  <a:srgbClr val="D9ECF3"/>
                </a:solidFill>
              </a:defRPr>
            </a:lvl4pPr>
            <a:lvl5pPr>
              <a:defRPr sz="1425" b="1">
                <a:solidFill>
                  <a:srgbClr val="D9ECF3"/>
                </a:solidFill>
              </a:defRPr>
            </a:lvl5pPr>
            <a:lvl6pPr>
              <a:defRPr sz="1425" b="1">
                <a:solidFill>
                  <a:srgbClr val="D9ECF3"/>
                </a:solidFill>
              </a:defRPr>
            </a:lvl6pPr>
            <a:lvl7pPr>
              <a:defRPr sz="1425" b="1">
                <a:solidFill>
                  <a:srgbClr val="D9ECF3"/>
                </a:solidFill>
              </a:defRPr>
            </a:lvl7pPr>
            <a:lvl8pPr>
              <a:defRPr sz="1425" b="1">
                <a:solidFill>
                  <a:srgbClr val="D9ECF3"/>
                </a:solidFill>
              </a:defRPr>
            </a:lvl8pPr>
            <a:lvl9pPr>
              <a:defRPr sz="1425" b="1">
                <a:solidFill>
                  <a:srgbClr val="D9ECF3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9ECF3"/>
                </a:solidFill>
              </a:defRPr>
            </a:pPr>
            <a:r>
              <a:rPr sz="1425" b="1">
                <a:solidFill>
                  <a:srgbClr val="D9ECF3"/>
                </a:solidFill>
              </a:rPr>
              <a:t>4 pares de zapatos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5CE8C-F8A7-4FE1-BA1F-32289EC4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D27A"/>
                </a:solidFill>
              </a:defRPr>
            </a:defPPr>
            <a:lvl1pPr>
              <a:defRPr sz="2100" b="1">
                <a:solidFill>
                  <a:srgbClr val="FFD27A"/>
                </a:solidFill>
              </a:defRPr>
            </a:lvl1pPr>
            <a:lvl2pPr>
              <a:defRPr sz="2100" b="1">
                <a:solidFill>
                  <a:srgbClr val="FFD27A"/>
                </a:solidFill>
              </a:defRPr>
            </a:lvl2pPr>
            <a:lvl3pPr>
              <a:defRPr sz="2100" b="1">
                <a:solidFill>
                  <a:srgbClr val="FFD27A"/>
                </a:solidFill>
              </a:defRPr>
            </a:lvl3pPr>
            <a:lvl4pPr>
              <a:defRPr sz="2100" b="1">
                <a:solidFill>
                  <a:srgbClr val="FFD27A"/>
                </a:solidFill>
              </a:defRPr>
            </a:lvl4pPr>
            <a:lvl5pPr>
              <a:defRPr sz="2100" b="1">
                <a:solidFill>
                  <a:srgbClr val="FFD27A"/>
                </a:solidFill>
              </a:defRPr>
            </a:lvl5pPr>
            <a:lvl6pPr>
              <a:defRPr sz="2100" b="1">
                <a:solidFill>
                  <a:srgbClr val="FFD27A"/>
                </a:solidFill>
              </a:defRPr>
            </a:lvl6pPr>
            <a:lvl7pPr>
              <a:defRPr sz="2100" b="1">
                <a:solidFill>
                  <a:srgbClr val="FFD27A"/>
                </a:solidFill>
              </a:defRPr>
            </a:lvl7pPr>
            <a:lvl8pPr>
              <a:defRPr sz="2100" b="1">
                <a:solidFill>
                  <a:srgbClr val="FFD27A"/>
                </a:solidFill>
              </a:defRPr>
            </a:lvl8pPr>
            <a:lvl9pPr>
              <a:defRPr sz="2100" b="1">
                <a:solidFill>
                  <a:srgbClr val="FFD27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D27A"/>
                </a:solidFill>
              </a:defRPr>
            </a:pPr>
            <a:r>
              <a:rPr sz="2100" b="1">
                <a:solidFill>
                  <a:srgbClr val="FFD27A"/>
                </a:solidFill>
              </a:rPr>
              <a:t>___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9C66A-295A-4992-8BB8-ED380BC9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D9ECF3"/>
                </a:solidFill>
              </a:defRPr>
            </a:defPPr>
            <a:lvl1pPr>
              <a:defRPr sz="2175" b="1">
                <a:solidFill>
                  <a:srgbClr val="D9ECF3"/>
                </a:solidFill>
              </a:defRPr>
            </a:lvl1pPr>
            <a:lvl2pPr>
              <a:defRPr sz="2175" b="1">
                <a:solidFill>
                  <a:srgbClr val="D9ECF3"/>
                </a:solidFill>
              </a:defRPr>
            </a:lvl2pPr>
            <a:lvl3pPr>
              <a:defRPr sz="2175" b="1">
                <a:solidFill>
                  <a:srgbClr val="D9ECF3"/>
                </a:solidFill>
              </a:defRPr>
            </a:lvl3pPr>
            <a:lvl4pPr>
              <a:defRPr sz="2175" b="1">
                <a:solidFill>
                  <a:srgbClr val="D9ECF3"/>
                </a:solidFill>
              </a:defRPr>
            </a:lvl4pPr>
            <a:lvl5pPr>
              <a:defRPr sz="2175" b="1">
                <a:solidFill>
                  <a:srgbClr val="D9ECF3"/>
                </a:solidFill>
              </a:defRPr>
            </a:lvl5pPr>
            <a:lvl6pPr>
              <a:defRPr sz="2175" b="1">
                <a:solidFill>
                  <a:srgbClr val="D9ECF3"/>
                </a:solidFill>
              </a:defRPr>
            </a:lvl6pPr>
            <a:lvl7pPr>
              <a:defRPr sz="2175" b="1">
                <a:solidFill>
                  <a:srgbClr val="D9ECF3"/>
                </a:solidFill>
              </a:defRPr>
            </a:lvl7pPr>
            <a:lvl8pPr>
              <a:defRPr sz="2175" b="1">
                <a:solidFill>
                  <a:srgbClr val="D9ECF3"/>
                </a:solidFill>
              </a:defRPr>
            </a:lvl8pPr>
            <a:lvl9pPr>
              <a:defRPr sz="2175" b="1">
                <a:solidFill>
                  <a:srgbClr val="D9ECF3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D9ECF3"/>
                </a:solidFill>
              </a:defRPr>
            </a:pPr>
            <a:r>
              <a:rPr sz="2175" b="1">
                <a:solidFill>
                  <a:srgbClr val="D9ECF3"/>
                </a:solidFill>
              </a:rPr>
              <a:t>Total = ____ × ____ × ____ = __________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8CDC1-8663-42B1-B7BC-B23F5FE9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5! = ____ × ____ × ____ × ____ × ____ = ______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C4E5E-D575-4D60-B84D-CFB33618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7C83"/>
                </a:solidFill>
              </a:defRPr>
            </a:defPPr>
            <a:lvl1pPr>
              <a:defRPr sz="825" b="1">
                <a:solidFill>
                  <a:srgbClr val="007C83"/>
                </a:solidFill>
              </a:defRPr>
            </a:lvl1pPr>
            <a:lvl2pPr>
              <a:defRPr sz="825" b="1">
                <a:solidFill>
                  <a:srgbClr val="007C83"/>
                </a:solidFill>
              </a:defRPr>
            </a:lvl2pPr>
            <a:lvl3pPr>
              <a:defRPr sz="825" b="1">
                <a:solidFill>
                  <a:srgbClr val="007C83"/>
                </a:solidFill>
              </a:defRPr>
            </a:lvl3pPr>
            <a:lvl4pPr>
              <a:defRPr sz="825" b="1">
                <a:solidFill>
                  <a:srgbClr val="007C83"/>
                </a:solidFill>
              </a:defRPr>
            </a:lvl4pPr>
            <a:lvl5pPr>
              <a:defRPr sz="825" b="1">
                <a:solidFill>
                  <a:srgbClr val="007C83"/>
                </a:solidFill>
              </a:defRPr>
            </a:lvl5pPr>
            <a:lvl6pPr>
              <a:defRPr sz="825" b="1">
                <a:solidFill>
                  <a:srgbClr val="007C83"/>
                </a:solidFill>
              </a:defRPr>
            </a:lvl6pPr>
            <a:lvl7pPr>
              <a:defRPr sz="825" b="1">
                <a:solidFill>
                  <a:srgbClr val="007C83"/>
                </a:solidFill>
              </a:defRPr>
            </a:lvl7pPr>
            <a:lvl8pPr>
              <a:defRPr sz="825" b="1">
                <a:solidFill>
                  <a:srgbClr val="007C83"/>
                </a:solidFill>
              </a:defRPr>
            </a:lvl8pPr>
            <a:lvl9pPr>
              <a:defRPr sz="825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007C83"/>
                </a:solidFill>
              </a:defRPr>
            </a:pPr>
            <a:r>
              <a:rPr sz="825" b="1">
                <a:solidFill>
                  <a:srgbClr val="007C83"/>
                </a:solidFill>
              </a:rPr>
              <a:t>VERSIÓN DEL ALUMNO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8BF4C-00D7-4DA5-9390-E5B92BC0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449759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E6A3A-F4B9-44F7-939F-ADC61B27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41464-9526-4E2E-B6B2-01BA5EA0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Permutaciones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145E4-02BB-4014-B17B-60B9F4EA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El orden cambia el resultado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008CB-6FE2-43F0-B3F3-F48D8CBB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52C34-C7CE-44DC-9C00-C0DB2EC0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7C83"/>
                </a:solidFill>
              </a:defRPr>
            </a:defPPr>
            <a:lvl1pPr>
              <a:defRPr sz="1500" b="1">
                <a:solidFill>
                  <a:srgbClr val="007C83"/>
                </a:solidFill>
              </a:defRPr>
            </a:lvl1pPr>
            <a:lvl2pPr>
              <a:defRPr sz="1500" b="1">
                <a:solidFill>
                  <a:srgbClr val="007C83"/>
                </a:solidFill>
              </a:defRPr>
            </a:lvl2pPr>
            <a:lvl3pPr>
              <a:defRPr sz="1500" b="1">
                <a:solidFill>
                  <a:srgbClr val="007C83"/>
                </a:solidFill>
              </a:defRPr>
            </a:lvl3pPr>
            <a:lvl4pPr>
              <a:defRPr sz="1500" b="1">
                <a:solidFill>
                  <a:srgbClr val="007C83"/>
                </a:solidFill>
              </a:defRPr>
            </a:lvl4pPr>
            <a:lvl5pPr>
              <a:defRPr sz="1500" b="1">
                <a:solidFill>
                  <a:srgbClr val="007C83"/>
                </a:solidFill>
              </a:defRPr>
            </a:lvl5pPr>
            <a:lvl6pPr>
              <a:defRPr sz="1500" b="1">
                <a:solidFill>
                  <a:srgbClr val="007C83"/>
                </a:solidFill>
              </a:defRPr>
            </a:lvl6pPr>
            <a:lvl7pPr>
              <a:defRPr sz="1500" b="1">
                <a:solidFill>
                  <a:srgbClr val="007C83"/>
                </a:solidFill>
              </a:defRPr>
            </a:lvl7pPr>
            <a:lvl8pPr>
              <a:defRPr sz="1500" b="1">
                <a:solidFill>
                  <a:srgbClr val="007C83"/>
                </a:solidFill>
              </a:defRPr>
            </a:lvl8pPr>
            <a:lvl9pPr>
              <a:defRPr sz="15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3"/>
                </a:solidFill>
              </a:defRPr>
            </a:pPr>
            <a:r>
              <a:rPr sz="1500" b="1">
                <a:solidFill>
                  <a:srgbClr val="007C83"/>
                </a:solidFill>
              </a:rPr>
              <a:t>Fórmula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951C2-E788-476E-BE0A-3E569F2F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C6F7C"/>
                </a:solidFill>
              </a:defRPr>
            </a:defPPr>
            <a:lvl1pPr>
              <a:defRPr sz="2250" b="1">
                <a:solidFill>
                  <a:srgbClr val="5C6F7C"/>
                </a:solidFill>
              </a:defRPr>
            </a:lvl1pPr>
            <a:lvl2pPr>
              <a:defRPr sz="2250" b="1">
                <a:solidFill>
                  <a:srgbClr val="5C6F7C"/>
                </a:solidFill>
              </a:defRPr>
            </a:lvl2pPr>
            <a:lvl3pPr>
              <a:defRPr sz="2250" b="1">
                <a:solidFill>
                  <a:srgbClr val="5C6F7C"/>
                </a:solidFill>
              </a:defRPr>
            </a:lvl3pPr>
            <a:lvl4pPr>
              <a:defRPr sz="2250" b="1">
                <a:solidFill>
                  <a:srgbClr val="5C6F7C"/>
                </a:solidFill>
              </a:defRPr>
            </a:lvl4pPr>
            <a:lvl5pPr>
              <a:defRPr sz="2250" b="1">
                <a:solidFill>
                  <a:srgbClr val="5C6F7C"/>
                </a:solidFill>
              </a:defRPr>
            </a:lvl5pPr>
            <a:lvl6pPr>
              <a:defRPr sz="2250" b="1">
                <a:solidFill>
                  <a:srgbClr val="5C6F7C"/>
                </a:solidFill>
              </a:defRPr>
            </a:lvl6pPr>
            <a:lvl7pPr>
              <a:defRPr sz="2250" b="1">
                <a:solidFill>
                  <a:srgbClr val="5C6F7C"/>
                </a:solidFill>
              </a:defRPr>
            </a:lvl7pPr>
            <a:lvl8pPr>
              <a:defRPr sz="2250" b="1">
                <a:solidFill>
                  <a:srgbClr val="5C6F7C"/>
                </a:solidFill>
              </a:defRPr>
            </a:lvl8pPr>
            <a:lvl9pPr>
              <a:defRPr sz="2250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C6F7C"/>
                </a:solidFill>
              </a:defRPr>
            </a:pPr>
            <a:r>
              <a:rPr sz="2250" b="1">
                <a:solidFill>
                  <a:srgbClr val="5C6F7C"/>
                </a:solidFill>
              </a:rPr>
              <a:t>P(n,r) = 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A183A-BF17-438F-8E8D-B7399D2D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7C83"/>
                </a:solidFill>
              </a:defRPr>
            </a:defPPr>
            <a:lvl1pPr>
              <a:defRPr sz="1500" b="1">
                <a:solidFill>
                  <a:srgbClr val="007C83"/>
                </a:solidFill>
              </a:defRPr>
            </a:lvl1pPr>
            <a:lvl2pPr>
              <a:defRPr sz="1500" b="1">
                <a:solidFill>
                  <a:srgbClr val="007C83"/>
                </a:solidFill>
              </a:defRPr>
            </a:lvl2pPr>
            <a:lvl3pPr>
              <a:defRPr sz="1500" b="1">
                <a:solidFill>
                  <a:srgbClr val="007C83"/>
                </a:solidFill>
              </a:defRPr>
            </a:lvl3pPr>
            <a:lvl4pPr>
              <a:defRPr sz="1500" b="1">
                <a:solidFill>
                  <a:srgbClr val="007C83"/>
                </a:solidFill>
              </a:defRPr>
            </a:lvl4pPr>
            <a:lvl5pPr>
              <a:defRPr sz="1500" b="1">
                <a:solidFill>
                  <a:srgbClr val="007C83"/>
                </a:solidFill>
              </a:defRPr>
            </a:lvl5pPr>
            <a:lvl6pPr>
              <a:defRPr sz="1500" b="1">
                <a:solidFill>
                  <a:srgbClr val="007C83"/>
                </a:solidFill>
              </a:defRPr>
            </a:lvl6pPr>
            <a:lvl7pPr>
              <a:defRPr sz="1500" b="1">
                <a:solidFill>
                  <a:srgbClr val="007C83"/>
                </a:solidFill>
              </a:defRPr>
            </a:lvl7pPr>
            <a:lvl8pPr>
              <a:defRPr sz="1500" b="1">
                <a:solidFill>
                  <a:srgbClr val="007C83"/>
                </a:solidFill>
              </a:defRPr>
            </a:lvl8pPr>
            <a:lvl9pPr>
              <a:defRPr sz="15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3"/>
                </a:solidFill>
              </a:defRPr>
            </a:pPr>
            <a:r>
              <a:rPr sz="1500" b="1">
                <a:solidFill>
                  <a:srgbClr val="007C83"/>
                </a:solidFill>
              </a:rPr>
              <a:t>Situación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F770E-DEFB-4CAC-BD1C-22393568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6324F"/>
                </a:solidFill>
              </a:defRPr>
            </a:defPPr>
            <a:lvl1pPr>
              <a:defRPr sz="1650" b="1">
                <a:solidFill>
                  <a:srgbClr val="16324F"/>
                </a:solidFill>
              </a:defRPr>
            </a:lvl1pPr>
            <a:lvl2pPr>
              <a:defRPr sz="1650" b="1">
                <a:solidFill>
                  <a:srgbClr val="16324F"/>
                </a:solidFill>
              </a:defRPr>
            </a:lvl2pPr>
            <a:lvl3pPr>
              <a:defRPr sz="1650" b="1">
                <a:solidFill>
                  <a:srgbClr val="16324F"/>
                </a:solidFill>
              </a:defRPr>
            </a:lvl3pPr>
            <a:lvl4pPr>
              <a:defRPr sz="1650" b="1">
                <a:solidFill>
                  <a:srgbClr val="16324F"/>
                </a:solidFill>
              </a:defRPr>
            </a:lvl4pPr>
            <a:lvl5pPr>
              <a:defRPr sz="1650" b="1">
                <a:solidFill>
                  <a:srgbClr val="16324F"/>
                </a:solidFill>
              </a:defRPr>
            </a:lvl5pPr>
            <a:lvl6pPr>
              <a:defRPr sz="1650" b="1">
                <a:solidFill>
                  <a:srgbClr val="16324F"/>
                </a:solidFill>
              </a:defRPr>
            </a:lvl6pPr>
            <a:lvl7pPr>
              <a:defRPr sz="1650" b="1">
                <a:solidFill>
                  <a:srgbClr val="16324F"/>
                </a:solidFill>
              </a:defRPr>
            </a:lvl7pPr>
            <a:lvl8pPr>
              <a:defRPr sz="1650" b="1">
                <a:solidFill>
                  <a:srgbClr val="16324F"/>
                </a:solidFill>
              </a:defRPr>
            </a:lvl8pPr>
            <a:lvl9pPr>
              <a:defRPr sz="16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De 6 estudiantes se eligen presidente, secretario y tesorero.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EAC35-C5CC-429C-8BEC-8FEAFDCD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Los cargos son diferentes, por lo que el orden importa.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0B592-00CD-4A53-A980-1725BA93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333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6F6D3-A800-4D36-A155-C2BB514E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366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C6F7C"/>
                </a:solidFill>
              </a:defRPr>
            </a:defPPr>
            <a:lvl1pPr>
              <a:defRPr sz="1650" b="1">
                <a:solidFill>
                  <a:srgbClr val="5C6F7C"/>
                </a:solidFill>
              </a:defRPr>
            </a:lvl1pPr>
            <a:lvl2pPr>
              <a:defRPr sz="1650" b="1">
                <a:solidFill>
                  <a:srgbClr val="5C6F7C"/>
                </a:solidFill>
              </a:defRPr>
            </a:lvl2pPr>
            <a:lvl3pPr>
              <a:defRPr sz="1650" b="1">
                <a:solidFill>
                  <a:srgbClr val="5C6F7C"/>
                </a:solidFill>
              </a:defRPr>
            </a:lvl3pPr>
            <a:lvl4pPr>
              <a:defRPr sz="1650" b="1">
                <a:solidFill>
                  <a:srgbClr val="5C6F7C"/>
                </a:solidFill>
              </a:defRPr>
            </a:lvl4pPr>
            <a:lvl5pPr>
              <a:defRPr sz="1650" b="1">
                <a:solidFill>
                  <a:srgbClr val="5C6F7C"/>
                </a:solidFill>
              </a:defRPr>
            </a:lvl5pPr>
            <a:lvl6pPr>
              <a:defRPr sz="1650" b="1">
                <a:solidFill>
                  <a:srgbClr val="5C6F7C"/>
                </a:solidFill>
              </a:defRPr>
            </a:lvl6pPr>
            <a:lvl7pPr>
              <a:defRPr sz="1650" b="1">
                <a:solidFill>
                  <a:srgbClr val="5C6F7C"/>
                </a:solidFill>
              </a:defRPr>
            </a:lvl7pPr>
            <a:lvl8pPr>
              <a:defRPr sz="1650" b="1">
                <a:solidFill>
                  <a:srgbClr val="5C6F7C"/>
                </a:solidFill>
              </a:defRPr>
            </a:lvl8pPr>
            <a:lvl9pPr>
              <a:defRPr sz="1650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C6F7C"/>
                </a:solidFill>
              </a:defRPr>
            </a:pPr>
            <a:r>
              <a:rPr sz="1650" b="1">
                <a:solidFill>
                  <a:srgbClr val="5C6F7C"/>
                </a:solidFill>
              </a:rPr>
              <a:t>n = ____     r = 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A5E4A-24F9-4F86-84C1-08B7DDE2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366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5C6F7C"/>
                </a:solidFill>
              </a:defRPr>
            </a:defPPr>
            <a:lvl1pPr>
              <a:defRPr sz="1875" b="1">
                <a:solidFill>
                  <a:srgbClr val="5C6F7C"/>
                </a:solidFill>
              </a:defRPr>
            </a:lvl1pPr>
            <a:lvl2pPr>
              <a:defRPr sz="1875" b="1">
                <a:solidFill>
                  <a:srgbClr val="5C6F7C"/>
                </a:solidFill>
              </a:defRPr>
            </a:lvl2pPr>
            <a:lvl3pPr>
              <a:defRPr sz="1875" b="1">
                <a:solidFill>
                  <a:srgbClr val="5C6F7C"/>
                </a:solidFill>
              </a:defRPr>
            </a:lvl3pPr>
            <a:lvl4pPr>
              <a:defRPr sz="1875" b="1">
                <a:solidFill>
                  <a:srgbClr val="5C6F7C"/>
                </a:solidFill>
              </a:defRPr>
            </a:lvl4pPr>
            <a:lvl5pPr>
              <a:defRPr sz="1875" b="1">
                <a:solidFill>
                  <a:srgbClr val="5C6F7C"/>
                </a:solidFill>
              </a:defRPr>
            </a:lvl5pPr>
            <a:lvl6pPr>
              <a:defRPr sz="1875" b="1">
                <a:solidFill>
                  <a:srgbClr val="5C6F7C"/>
                </a:solidFill>
              </a:defRPr>
            </a:lvl6pPr>
            <a:lvl7pPr>
              <a:defRPr sz="1875" b="1">
                <a:solidFill>
                  <a:srgbClr val="5C6F7C"/>
                </a:solidFill>
              </a:defRPr>
            </a:lvl7pPr>
            <a:lvl8pPr>
              <a:defRPr sz="1875" b="1">
                <a:solidFill>
                  <a:srgbClr val="5C6F7C"/>
                </a:solidFill>
              </a:defRPr>
            </a:lvl8pPr>
            <a:lvl9pPr>
              <a:defRPr sz="187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C6F7C"/>
                </a:solidFill>
              </a:defRPr>
            </a:pPr>
            <a:r>
              <a:rPr sz="1875" b="1">
                <a:solidFill>
                  <a:srgbClr val="5C6F7C"/>
                </a:solidFill>
              </a:rPr>
              <a:t>P(6,3) = ____________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E050F-4BDF-4DDF-B1F8-05E55AA1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52875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5C6F7C"/>
                </a:solidFill>
              </a:defRPr>
            </a:defPPr>
            <a:lvl1pPr>
              <a:defRPr sz="1875" b="1">
                <a:solidFill>
                  <a:srgbClr val="5C6F7C"/>
                </a:solidFill>
              </a:defRPr>
            </a:lvl1pPr>
            <a:lvl2pPr>
              <a:defRPr sz="1875" b="1">
                <a:solidFill>
                  <a:srgbClr val="5C6F7C"/>
                </a:solidFill>
              </a:defRPr>
            </a:lvl2pPr>
            <a:lvl3pPr>
              <a:defRPr sz="1875" b="1">
                <a:solidFill>
                  <a:srgbClr val="5C6F7C"/>
                </a:solidFill>
              </a:defRPr>
            </a:lvl3pPr>
            <a:lvl4pPr>
              <a:defRPr sz="1875" b="1">
                <a:solidFill>
                  <a:srgbClr val="5C6F7C"/>
                </a:solidFill>
              </a:defRPr>
            </a:lvl4pPr>
            <a:lvl5pPr>
              <a:defRPr sz="1875" b="1">
                <a:solidFill>
                  <a:srgbClr val="5C6F7C"/>
                </a:solidFill>
              </a:defRPr>
            </a:lvl5pPr>
            <a:lvl6pPr>
              <a:defRPr sz="1875" b="1">
                <a:solidFill>
                  <a:srgbClr val="5C6F7C"/>
                </a:solidFill>
              </a:defRPr>
            </a:lvl6pPr>
            <a:lvl7pPr>
              <a:defRPr sz="1875" b="1">
                <a:solidFill>
                  <a:srgbClr val="5C6F7C"/>
                </a:solidFill>
              </a:defRPr>
            </a:lvl7pPr>
            <a:lvl8pPr>
              <a:defRPr sz="1875" b="1">
                <a:solidFill>
                  <a:srgbClr val="5C6F7C"/>
                </a:solidFill>
              </a:defRPr>
            </a:lvl8pPr>
            <a:lvl9pPr>
              <a:defRPr sz="187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C6F7C"/>
                </a:solidFill>
              </a:defRPr>
            </a:pPr>
            <a:r>
              <a:rPr sz="1875" b="1">
                <a:solidFill>
                  <a:srgbClr val="5C6F7C"/>
                </a:solidFill>
              </a:rPr>
              <a:t>______________________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47D24-B5A9-4367-98D1-271607D0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86300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C6F7C"/>
                </a:solidFill>
              </a:defRPr>
            </a:defPPr>
            <a:lvl1pPr>
              <a:defRPr sz="1500" b="1">
                <a:solidFill>
                  <a:srgbClr val="5C6F7C"/>
                </a:solidFill>
              </a:defRPr>
            </a:lvl1pPr>
            <a:lvl2pPr>
              <a:defRPr sz="1500" b="1">
                <a:solidFill>
                  <a:srgbClr val="5C6F7C"/>
                </a:solidFill>
              </a:defRPr>
            </a:lvl2pPr>
            <a:lvl3pPr>
              <a:defRPr sz="1500" b="1">
                <a:solidFill>
                  <a:srgbClr val="5C6F7C"/>
                </a:solidFill>
              </a:defRPr>
            </a:lvl3pPr>
            <a:lvl4pPr>
              <a:defRPr sz="1500" b="1">
                <a:solidFill>
                  <a:srgbClr val="5C6F7C"/>
                </a:solidFill>
              </a:defRPr>
            </a:lvl4pPr>
            <a:lvl5pPr>
              <a:defRPr sz="1500" b="1">
                <a:solidFill>
                  <a:srgbClr val="5C6F7C"/>
                </a:solidFill>
              </a:defRPr>
            </a:lvl5pPr>
            <a:lvl6pPr>
              <a:defRPr sz="1500" b="1">
                <a:solidFill>
                  <a:srgbClr val="5C6F7C"/>
                </a:solidFill>
              </a:defRPr>
            </a:lvl6pPr>
            <a:lvl7pPr>
              <a:defRPr sz="1500" b="1">
                <a:solidFill>
                  <a:srgbClr val="5C6F7C"/>
                </a:solidFill>
              </a:defRPr>
            </a:lvl7pPr>
            <a:lvl8pPr>
              <a:defRPr sz="1500" b="1">
                <a:solidFill>
                  <a:srgbClr val="5C6F7C"/>
                </a:solidFill>
              </a:defRPr>
            </a:lvl8pPr>
            <a:lvl9pPr>
              <a:defRPr sz="1500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C6F7C"/>
                </a:solidFill>
              </a:defRPr>
            </a:pPr>
            <a:r>
              <a:rPr sz="1500" b="1">
                <a:solidFill>
                  <a:srgbClr val="5C6F7C"/>
                </a:solidFill>
              </a:rPr>
              <a:t>________ asignaciones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29A8F-52DA-4847-80D8-024A7D68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7C83"/>
                </a:solidFill>
              </a:defRPr>
            </a:defPPr>
            <a:lvl1pPr>
              <a:defRPr sz="825" b="1">
                <a:solidFill>
                  <a:srgbClr val="007C83"/>
                </a:solidFill>
              </a:defRPr>
            </a:lvl1pPr>
            <a:lvl2pPr>
              <a:defRPr sz="825" b="1">
                <a:solidFill>
                  <a:srgbClr val="007C83"/>
                </a:solidFill>
              </a:defRPr>
            </a:lvl2pPr>
            <a:lvl3pPr>
              <a:defRPr sz="825" b="1">
                <a:solidFill>
                  <a:srgbClr val="007C83"/>
                </a:solidFill>
              </a:defRPr>
            </a:lvl3pPr>
            <a:lvl4pPr>
              <a:defRPr sz="825" b="1">
                <a:solidFill>
                  <a:srgbClr val="007C83"/>
                </a:solidFill>
              </a:defRPr>
            </a:lvl4pPr>
            <a:lvl5pPr>
              <a:defRPr sz="825" b="1">
                <a:solidFill>
                  <a:srgbClr val="007C83"/>
                </a:solidFill>
              </a:defRPr>
            </a:lvl5pPr>
            <a:lvl6pPr>
              <a:defRPr sz="825" b="1">
                <a:solidFill>
                  <a:srgbClr val="007C83"/>
                </a:solidFill>
              </a:defRPr>
            </a:lvl6pPr>
            <a:lvl7pPr>
              <a:defRPr sz="825" b="1">
                <a:solidFill>
                  <a:srgbClr val="007C83"/>
                </a:solidFill>
              </a:defRPr>
            </a:lvl7pPr>
            <a:lvl8pPr>
              <a:defRPr sz="825" b="1">
                <a:solidFill>
                  <a:srgbClr val="007C83"/>
                </a:solidFill>
              </a:defRPr>
            </a:lvl8pPr>
            <a:lvl9pPr>
              <a:defRPr sz="825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007C83"/>
                </a:solidFill>
              </a:defRPr>
            </a:pPr>
            <a:r>
              <a:rPr sz="825" b="1">
                <a:solidFill>
                  <a:srgbClr val="007C83"/>
                </a:solidFill>
              </a:rPr>
              <a:t>VERSIÓN DEL ALUMNO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FED6E-575A-4F20-A772-ABB54906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64428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02DB4-6750-481C-BBF9-EF09B7CD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1540E-285B-468F-9A52-E0B3964B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Combinaciones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0CEC4-2539-4F63-B2EB-18114EA9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El grupo elegido importa, pero su orden 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83C12-7988-4BD8-9B75-006343A5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9D63F-48E1-4A10-9F11-3B92A4CF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7C83"/>
                </a:solidFill>
              </a:defRPr>
            </a:defPPr>
            <a:lvl1pPr>
              <a:defRPr sz="1500" b="1">
                <a:solidFill>
                  <a:srgbClr val="007C83"/>
                </a:solidFill>
              </a:defRPr>
            </a:lvl1pPr>
            <a:lvl2pPr>
              <a:defRPr sz="1500" b="1">
                <a:solidFill>
                  <a:srgbClr val="007C83"/>
                </a:solidFill>
              </a:defRPr>
            </a:lvl2pPr>
            <a:lvl3pPr>
              <a:defRPr sz="1500" b="1">
                <a:solidFill>
                  <a:srgbClr val="007C83"/>
                </a:solidFill>
              </a:defRPr>
            </a:lvl3pPr>
            <a:lvl4pPr>
              <a:defRPr sz="1500" b="1">
                <a:solidFill>
                  <a:srgbClr val="007C83"/>
                </a:solidFill>
              </a:defRPr>
            </a:lvl4pPr>
            <a:lvl5pPr>
              <a:defRPr sz="1500" b="1">
                <a:solidFill>
                  <a:srgbClr val="007C83"/>
                </a:solidFill>
              </a:defRPr>
            </a:lvl5pPr>
            <a:lvl6pPr>
              <a:defRPr sz="1500" b="1">
                <a:solidFill>
                  <a:srgbClr val="007C83"/>
                </a:solidFill>
              </a:defRPr>
            </a:lvl6pPr>
            <a:lvl7pPr>
              <a:defRPr sz="1500" b="1">
                <a:solidFill>
                  <a:srgbClr val="007C83"/>
                </a:solidFill>
              </a:defRPr>
            </a:lvl7pPr>
            <a:lvl8pPr>
              <a:defRPr sz="1500" b="1">
                <a:solidFill>
                  <a:srgbClr val="007C83"/>
                </a:solidFill>
              </a:defRPr>
            </a:lvl8pPr>
            <a:lvl9pPr>
              <a:defRPr sz="15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3"/>
                </a:solidFill>
              </a:defRPr>
            </a:pPr>
            <a:r>
              <a:rPr sz="1500" b="1">
                <a:solidFill>
                  <a:srgbClr val="007C83"/>
                </a:solidFill>
              </a:rPr>
              <a:t>Fórmula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3FACA-0D8E-4247-9DBD-887F2A0F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C6F7C"/>
                </a:solidFill>
              </a:defRPr>
            </a:defPPr>
            <a:lvl1pPr>
              <a:defRPr sz="2250" b="1">
                <a:solidFill>
                  <a:srgbClr val="5C6F7C"/>
                </a:solidFill>
              </a:defRPr>
            </a:lvl1pPr>
            <a:lvl2pPr>
              <a:defRPr sz="2250" b="1">
                <a:solidFill>
                  <a:srgbClr val="5C6F7C"/>
                </a:solidFill>
              </a:defRPr>
            </a:lvl2pPr>
            <a:lvl3pPr>
              <a:defRPr sz="2250" b="1">
                <a:solidFill>
                  <a:srgbClr val="5C6F7C"/>
                </a:solidFill>
              </a:defRPr>
            </a:lvl3pPr>
            <a:lvl4pPr>
              <a:defRPr sz="2250" b="1">
                <a:solidFill>
                  <a:srgbClr val="5C6F7C"/>
                </a:solidFill>
              </a:defRPr>
            </a:lvl4pPr>
            <a:lvl5pPr>
              <a:defRPr sz="2250" b="1">
                <a:solidFill>
                  <a:srgbClr val="5C6F7C"/>
                </a:solidFill>
              </a:defRPr>
            </a:lvl5pPr>
            <a:lvl6pPr>
              <a:defRPr sz="2250" b="1">
                <a:solidFill>
                  <a:srgbClr val="5C6F7C"/>
                </a:solidFill>
              </a:defRPr>
            </a:lvl6pPr>
            <a:lvl7pPr>
              <a:defRPr sz="2250" b="1">
                <a:solidFill>
                  <a:srgbClr val="5C6F7C"/>
                </a:solidFill>
              </a:defRPr>
            </a:lvl7pPr>
            <a:lvl8pPr>
              <a:defRPr sz="2250" b="1">
                <a:solidFill>
                  <a:srgbClr val="5C6F7C"/>
                </a:solidFill>
              </a:defRPr>
            </a:lvl8pPr>
            <a:lvl9pPr>
              <a:defRPr sz="2250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C6F7C"/>
                </a:solidFill>
              </a:defRPr>
            </a:pPr>
            <a:r>
              <a:rPr sz="2250" b="1">
                <a:solidFill>
                  <a:srgbClr val="5C6F7C"/>
                </a:solidFill>
              </a:rPr>
              <a:t>C(n,r) = 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962F1-E593-4B70-9275-92F9133C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7C83"/>
                </a:solidFill>
              </a:defRPr>
            </a:defPPr>
            <a:lvl1pPr>
              <a:defRPr sz="1500" b="1">
                <a:solidFill>
                  <a:srgbClr val="007C83"/>
                </a:solidFill>
              </a:defRPr>
            </a:lvl1pPr>
            <a:lvl2pPr>
              <a:defRPr sz="1500" b="1">
                <a:solidFill>
                  <a:srgbClr val="007C83"/>
                </a:solidFill>
              </a:defRPr>
            </a:lvl2pPr>
            <a:lvl3pPr>
              <a:defRPr sz="1500" b="1">
                <a:solidFill>
                  <a:srgbClr val="007C83"/>
                </a:solidFill>
              </a:defRPr>
            </a:lvl3pPr>
            <a:lvl4pPr>
              <a:defRPr sz="1500" b="1">
                <a:solidFill>
                  <a:srgbClr val="007C83"/>
                </a:solidFill>
              </a:defRPr>
            </a:lvl4pPr>
            <a:lvl5pPr>
              <a:defRPr sz="1500" b="1">
                <a:solidFill>
                  <a:srgbClr val="007C83"/>
                </a:solidFill>
              </a:defRPr>
            </a:lvl5pPr>
            <a:lvl6pPr>
              <a:defRPr sz="1500" b="1">
                <a:solidFill>
                  <a:srgbClr val="007C83"/>
                </a:solidFill>
              </a:defRPr>
            </a:lvl6pPr>
            <a:lvl7pPr>
              <a:defRPr sz="1500" b="1">
                <a:solidFill>
                  <a:srgbClr val="007C83"/>
                </a:solidFill>
              </a:defRPr>
            </a:lvl7pPr>
            <a:lvl8pPr>
              <a:defRPr sz="1500" b="1">
                <a:solidFill>
                  <a:srgbClr val="007C83"/>
                </a:solidFill>
              </a:defRPr>
            </a:lvl8pPr>
            <a:lvl9pPr>
              <a:defRPr sz="15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3"/>
                </a:solidFill>
              </a:defRPr>
            </a:pPr>
            <a:r>
              <a:rPr sz="1500" b="1">
                <a:solidFill>
                  <a:srgbClr val="007C83"/>
                </a:solidFill>
              </a:rPr>
              <a:t>Situación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55F9B-C218-4AD7-B0C0-B8A2E878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6324F"/>
                </a:solidFill>
              </a:defRPr>
            </a:defPPr>
            <a:lvl1pPr>
              <a:defRPr sz="1650" b="1">
                <a:solidFill>
                  <a:srgbClr val="16324F"/>
                </a:solidFill>
              </a:defRPr>
            </a:lvl1pPr>
            <a:lvl2pPr>
              <a:defRPr sz="1650" b="1">
                <a:solidFill>
                  <a:srgbClr val="16324F"/>
                </a:solidFill>
              </a:defRPr>
            </a:lvl2pPr>
            <a:lvl3pPr>
              <a:defRPr sz="1650" b="1">
                <a:solidFill>
                  <a:srgbClr val="16324F"/>
                </a:solidFill>
              </a:defRPr>
            </a:lvl3pPr>
            <a:lvl4pPr>
              <a:defRPr sz="1650" b="1">
                <a:solidFill>
                  <a:srgbClr val="16324F"/>
                </a:solidFill>
              </a:defRPr>
            </a:lvl4pPr>
            <a:lvl5pPr>
              <a:defRPr sz="1650" b="1">
                <a:solidFill>
                  <a:srgbClr val="16324F"/>
                </a:solidFill>
              </a:defRPr>
            </a:lvl5pPr>
            <a:lvl6pPr>
              <a:defRPr sz="1650" b="1">
                <a:solidFill>
                  <a:srgbClr val="16324F"/>
                </a:solidFill>
              </a:defRPr>
            </a:lvl6pPr>
            <a:lvl7pPr>
              <a:defRPr sz="1650" b="1">
                <a:solidFill>
                  <a:srgbClr val="16324F"/>
                </a:solidFill>
              </a:defRPr>
            </a:lvl7pPr>
            <a:lvl8pPr>
              <a:defRPr sz="1650" b="1">
                <a:solidFill>
                  <a:srgbClr val="16324F"/>
                </a:solidFill>
              </a:defRPr>
            </a:lvl8pPr>
            <a:lvl9pPr>
              <a:defRPr sz="16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De 10 piezas se seleccionan 3 para una inspección de calidad.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E3E2A-49DE-4E64-BEE9-3049AF0A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El orden de selección no modifica el grupo inspeccionado.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36E78-E338-4ADD-9EAA-682F6342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333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9C126-3185-434E-9B55-C0FD10D6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366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C6F7C"/>
                </a:solidFill>
              </a:defRPr>
            </a:defPPr>
            <a:lvl1pPr>
              <a:defRPr sz="1650" b="1">
                <a:solidFill>
                  <a:srgbClr val="5C6F7C"/>
                </a:solidFill>
              </a:defRPr>
            </a:lvl1pPr>
            <a:lvl2pPr>
              <a:defRPr sz="1650" b="1">
                <a:solidFill>
                  <a:srgbClr val="5C6F7C"/>
                </a:solidFill>
              </a:defRPr>
            </a:lvl2pPr>
            <a:lvl3pPr>
              <a:defRPr sz="1650" b="1">
                <a:solidFill>
                  <a:srgbClr val="5C6F7C"/>
                </a:solidFill>
              </a:defRPr>
            </a:lvl3pPr>
            <a:lvl4pPr>
              <a:defRPr sz="1650" b="1">
                <a:solidFill>
                  <a:srgbClr val="5C6F7C"/>
                </a:solidFill>
              </a:defRPr>
            </a:lvl4pPr>
            <a:lvl5pPr>
              <a:defRPr sz="1650" b="1">
                <a:solidFill>
                  <a:srgbClr val="5C6F7C"/>
                </a:solidFill>
              </a:defRPr>
            </a:lvl5pPr>
            <a:lvl6pPr>
              <a:defRPr sz="1650" b="1">
                <a:solidFill>
                  <a:srgbClr val="5C6F7C"/>
                </a:solidFill>
              </a:defRPr>
            </a:lvl6pPr>
            <a:lvl7pPr>
              <a:defRPr sz="1650" b="1">
                <a:solidFill>
                  <a:srgbClr val="5C6F7C"/>
                </a:solidFill>
              </a:defRPr>
            </a:lvl7pPr>
            <a:lvl8pPr>
              <a:defRPr sz="1650" b="1">
                <a:solidFill>
                  <a:srgbClr val="5C6F7C"/>
                </a:solidFill>
              </a:defRPr>
            </a:lvl8pPr>
            <a:lvl9pPr>
              <a:defRPr sz="1650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C6F7C"/>
                </a:solidFill>
              </a:defRPr>
            </a:pPr>
            <a:r>
              <a:rPr sz="1650" b="1">
                <a:solidFill>
                  <a:srgbClr val="5C6F7C"/>
                </a:solidFill>
              </a:rPr>
              <a:t>n = ____     r = 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30015-F2F0-4CC7-BBEC-7171502D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9087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5C6F7C"/>
                </a:solidFill>
              </a:defRPr>
            </a:defPPr>
            <a:lvl1pPr>
              <a:defRPr sz="1800" b="1">
                <a:solidFill>
                  <a:srgbClr val="5C6F7C"/>
                </a:solidFill>
              </a:defRPr>
            </a:lvl1pPr>
            <a:lvl2pPr>
              <a:defRPr sz="1800" b="1">
                <a:solidFill>
                  <a:srgbClr val="5C6F7C"/>
                </a:solidFill>
              </a:defRPr>
            </a:lvl2pPr>
            <a:lvl3pPr>
              <a:defRPr sz="1800" b="1">
                <a:solidFill>
                  <a:srgbClr val="5C6F7C"/>
                </a:solidFill>
              </a:defRPr>
            </a:lvl3pPr>
            <a:lvl4pPr>
              <a:defRPr sz="1800" b="1">
                <a:solidFill>
                  <a:srgbClr val="5C6F7C"/>
                </a:solidFill>
              </a:defRPr>
            </a:lvl4pPr>
            <a:lvl5pPr>
              <a:defRPr sz="1800" b="1">
                <a:solidFill>
                  <a:srgbClr val="5C6F7C"/>
                </a:solidFill>
              </a:defRPr>
            </a:lvl5pPr>
            <a:lvl6pPr>
              <a:defRPr sz="1800" b="1">
                <a:solidFill>
                  <a:srgbClr val="5C6F7C"/>
                </a:solidFill>
              </a:defRPr>
            </a:lvl6pPr>
            <a:lvl7pPr>
              <a:defRPr sz="1800" b="1">
                <a:solidFill>
                  <a:srgbClr val="5C6F7C"/>
                </a:solidFill>
              </a:defRPr>
            </a:lvl7pPr>
            <a:lvl8pPr>
              <a:defRPr sz="1800" b="1">
                <a:solidFill>
                  <a:srgbClr val="5C6F7C"/>
                </a:solidFill>
              </a:defRPr>
            </a:lvl8pPr>
            <a:lvl9pPr>
              <a:defRPr sz="1800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5C6F7C"/>
                </a:solidFill>
              </a:defRPr>
            </a:pPr>
            <a:r>
              <a:rPr sz="1800" b="1">
                <a:solidFill>
                  <a:srgbClr val="5C6F7C"/>
                </a:solidFill>
              </a:rPr>
              <a:t>C(10,3) = ______________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721FE-DB17-41C4-8754-8B41575A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0525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5C6F7C"/>
                </a:solidFill>
              </a:defRPr>
            </a:defPPr>
            <a:lvl1pPr>
              <a:defRPr sz="1725" b="1">
                <a:solidFill>
                  <a:srgbClr val="5C6F7C"/>
                </a:solidFill>
              </a:defRPr>
            </a:lvl1pPr>
            <a:lvl2pPr>
              <a:defRPr sz="1725" b="1">
                <a:solidFill>
                  <a:srgbClr val="5C6F7C"/>
                </a:solidFill>
              </a:defRPr>
            </a:lvl2pPr>
            <a:lvl3pPr>
              <a:defRPr sz="1725" b="1">
                <a:solidFill>
                  <a:srgbClr val="5C6F7C"/>
                </a:solidFill>
              </a:defRPr>
            </a:lvl3pPr>
            <a:lvl4pPr>
              <a:defRPr sz="1725" b="1">
                <a:solidFill>
                  <a:srgbClr val="5C6F7C"/>
                </a:solidFill>
              </a:defRPr>
            </a:lvl4pPr>
            <a:lvl5pPr>
              <a:defRPr sz="1725" b="1">
                <a:solidFill>
                  <a:srgbClr val="5C6F7C"/>
                </a:solidFill>
              </a:defRPr>
            </a:lvl5pPr>
            <a:lvl6pPr>
              <a:defRPr sz="1725" b="1">
                <a:solidFill>
                  <a:srgbClr val="5C6F7C"/>
                </a:solidFill>
              </a:defRPr>
            </a:lvl6pPr>
            <a:lvl7pPr>
              <a:defRPr sz="1725" b="1">
                <a:solidFill>
                  <a:srgbClr val="5C6F7C"/>
                </a:solidFill>
              </a:defRPr>
            </a:lvl7pPr>
            <a:lvl8pPr>
              <a:defRPr sz="1725" b="1">
                <a:solidFill>
                  <a:srgbClr val="5C6F7C"/>
                </a:solidFill>
              </a:defRPr>
            </a:lvl8pPr>
            <a:lvl9pPr>
              <a:defRPr sz="17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5C6F7C"/>
                </a:solidFill>
              </a:defRPr>
            </a:pPr>
            <a:r>
              <a:rPr sz="1725" b="1">
                <a:solidFill>
                  <a:srgbClr val="5C6F7C"/>
                </a:solidFill>
              </a:rPr>
              <a:t>________________________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5459A-21CB-4C7E-828B-FDF48819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86300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5C6F7C"/>
                </a:solidFill>
              </a:defRPr>
            </a:defPPr>
            <a:lvl1pPr>
              <a:defRPr sz="1575" b="1">
                <a:solidFill>
                  <a:srgbClr val="5C6F7C"/>
                </a:solidFill>
              </a:defRPr>
            </a:lvl1pPr>
            <a:lvl2pPr>
              <a:defRPr sz="1575" b="1">
                <a:solidFill>
                  <a:srgbClr val="5C6F7C"/>
                </a:solidFill>
              </a:defRPr>
            </a:lvl2pPr>
            <a:lvl3pPr>
              <a:defRPr sz="1575" b="1">
                <a:solidFill>
                  <a:srgbClr val="5C6F7C"/>
                </a:solidFill>
              </a:defRPr>
            </a:lvl3pPr>
            <a:lvl4pPr>
              <a:defRPr sz="1575" b="1">
                <a:solidFill>
                  <a:srgbClr val="5C6F7C"/>
                </a:solidFill>
              </a:defRPr>
            </a:lvl4pPr>
            <a:lvl5pPr>
              <a:defRPr sz="1575" b="1">
                <a:solidFill>
                  <a:srgbClr val="5C6F7C"/>
                </a:solidFill>
              </a:defRPr>
            </a:lvl5pPr>
            <a:lvl6pPr>
              <a:defRPr sz="1575" b="1">
                <a:solidFill>
                  <a:srgbClr val="5C6F7C"/>
                </a:solidFill>
              </a:defRPr>
            </a:lvl6pPr>
            <a:lvl7pPr>
              <a:defRPr sz="1575" b="1">
                <a:solidFill>
                  <a:srgbClr val="5C6F7C"/>
                </a:solidFill>
              </a:defRPr>
            </a:lvl7pPr>
            <a:lvl8pPr>
              <a:defRPr sz="1575" b="1">
                <a:solidFill>
                  <a:srgbClr val="5C6F7C"/>
                </a:solidFill>
              </a:defRPr>
            </a:lvl8pPr>
            <a:lvl9pPr>
              <a:defRPr sz="157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5C6F7C"/>
                </a:solidFill>
              </a:defRPr>
            </a:pPr>
            <a:r>
              <a:rPr sz="1575" b="1">
                <a:solidFill>
                  <a:srgbClr val="5C6F7C"/>
                </a:solidFill>
              </a:rPr>
              <a:t>________ grupos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82131-D430-41EA-87F9-FE5036B7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7C83"/>
                </a:solidFill>
              </a:defRPr>
            </a:defPPr>
            <a:lvl1pPr>
              <a:defRPr sz="825" b="1">
                <a:solidFill>
                  <a:srgbClr val="007C83"/>
                </a:solidFill>
              </a:defRPr>
            </a:lvl1pPr>
            <a:lvl2pPr>
              <a:defRPr sz="825" b="1">
                <a:solidFill>
                  <a:srgbClr val="007C83"/>
                </a:solidFill>
              </a:defRPr>
            </a:lvl2pPr>
            <a:lvl3pPr>
              <a:defRPr sz="825" b="1">
                <a:solidFill>
                  <a:srgbClr val="007C83"/>
                </a:solidFill>
              </a:defRPr>
            </a:lvl3pPr>
            <a:lvl4pPr>
              <a:defRPr sz="825" b="1">
                <a:solidFill>
                  <a:srgbClr val="007C83"/>
                </a:solidFill>
              </a:defRPr>
            </a:lvl4pPr>
            <a:lvl5pPr>
              <a:defRPr sz="825" b="1">
                <a:solidFill>
                  <a:srgbClr val="007C83"/>
                </a:solidFill>
              </a:defRPr>
            </a:lvl5pPr>
            <a:lvl6pPr>
              <a:defRPr sz="825" b="1">
                <a:solidFill>
                  <a:srgbClr val="007C83"/>
                </a:solidFill>
              </a:defRPr>
            </a:lvl6pPr>
            <a:lvl7pPr>
              <a:defRPr sz="825" b="1">
                <a:solidFill>
                  <a:srgbClr val="007C83"/>
                </a:solidFill>
              </a:defRPr>
            </a:lvl7pPr>
            <a:lvl8pPr>
              <a:defRPr sz="825" b="1">
                <a:solidFill>
                  <a:srgbClr val="007C83"/>
                </a:solidFill>
              </a:defRPr>
            </a:lvl8pPr>
            <a:lvl9pPr>
              <a:defRPr sz="825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007C83"/>
                </a:solidFill>
              </a:defRPr>
            </a:pPr>
            <a:r>
              <a:rPr sz="825" b="1">
                <a:solidFill>
                  <a:srgbClr val="007C83"/>
                </a:solidFill>
              </a:rPr>
              <a:t>VERSIÓN DEL ALUMNO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E1E55-AE53-4AEE-BCC9-CFB77C38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459769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0CF9D-7278-46ED-9FDC-8C38617B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E962E-8A67-4E30-A0CB-84B318FE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Selección del método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77B7B-5F4B-44BF-B9CA-B408A645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La pregunta clave es si cambiar el orden produce otro resultado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EB98B-0416-482E-95B7-A8354872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9DBB0-0FCA-4D6B-85CE-3F9922A6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324F"/>
                </a:solidFill>
              </a:defRPr>
            </a:defPPr>
            <a:lvl1pPr>
              <a:defRPr sz="2250" b="1">
                <a:solidFill>
                  <a:srgbClr val="16324F"/>
                </a:solidFill>
              </a:defRPr>
            </a:lvl1pPr>
            <a:lvl2pPr>
              <a:defRPr sz="2250" b="1">
                <a:solidFill>
                  <a:srgbClr val="16324F"/>
                </a:solidFill>
              </a:defRPr>
            </a:lvl2pPr>
            <a:lvl3pPr>
              <a:defRPr sz="2250" b="1">
                <a:solidFill>
                  <a:srgbClr val="16324F"/>
                </a:solidFill>
              </a:defRPr>
            </a:lvl3pPr>
            <a:lvl4pPr>
              <a:defRPr sz="2250" b="1">
                <a:solidFill>
                  <a:srgbClr val="16324F"/>
                </a:solidFill>
              </a:defRPr>
            </a:lvl4pPr>
            <a:lvl5pPr>
              <a:defRPr sz="2250" b="1">
                <a:solidFill>
                  <a:srgbClr val="16324F"/>
                </a:solidFill>
              </a:defRPr>
            </a:lvl5pPr>
            <a:lvl6pPr>
              <a:defRPr sz="2250" b="1">
                <a:solidFill>
                  <a:srgbClr val="16324F"/>
                </a:solidFill>
              </a:defRPr>
            </a:lvl6pPr>
            <a:lvl7pPr>
              <a:defRPr sz="2250" b="1">
                <a:solidFill>
                  <a:srgbClr val="16324F"/>
                </a:solidFill>
              </a:defRPr>
            </a:lvl7pPr>
            <a:lvl8pPr>
              <a:defRPr sz="2250" b="1">
                <a:solidFill>
                  <a:srgbClr val="16324F"/>
                </a:solidFill>
              </a:defRPr>
            </a:lvl8pPr>
            <a:lvl9pPr>
              <a:defRPr sz="22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324F"/>
                </a:solidFill>
              </a:defRPr>
            </a:pPr>
            <a:r>
              <a:rPr sz="2250" b="1">
                <a:solidFill>
                  <a:srgbClr val="16324F"/>
                </a:solidFill>
              </a:rPr>
              <a:t>¿Importa el orden?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D1FBB-2EC7-4FC7-8037-C51E58F1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34290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F2F2"/>
          </a:solidFill>
          <a:ln xmlns:a="http://schemas.openxmlformats.org/drawingml/2006/main" w="9525">
            <a:solidFill>
              <a:srgbClr val="007C8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A135F-2F17-42AB-AE9D-CF2F708F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194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7C83"/>
                </a:solidFill>
              </a:defRPr>
            </a:defPPr>
            <a:lvl1pPr>
              <a:defRPr sz="1800" b="1">
                <a:solidFill>
                  <a:srgbClr val="007C83"/>
                </a:solidFill>
              </a:defRPr>
            </a:lvl1pPr>
            <a:lvl2pPr>
              <a:defRPr sz="1800" b="1">
                <a:solidFill>
                  <a:srgbClr val="007C83"/>
                </a:solidFill>
              </a:defRPr>
            </a:lvl2pPr>
            <a:lvl3pPr>
              <a:defRPr sz="1800" b="1">
                <a:solidFill>
                  <a:srgbClr val="007C83"/>
                </a:solidFill>
              </a:defRPr>
            </a:lvl3pPr>
            <a:lvl4pPr>
              <a:defRPr sz="1800" b="1">
                <a:solidFill>
                  <a:srgbClr val="007C83"/>
                </a:solidFill>
              </a:defRPr>
            </a:lvl4pPr>
            <a:lvl5pPr>
              <a:defRPr sz="1800" b="1">
                <a:solidFill>
                  <a:srgbClr val="007C83"/>
                </a:solidFill>
              </a:defRPr>
            </a:lvl5pPr>
            <a:lvl6pPr>
              <a:defRPr sz="1800" b="1">
                <a:solidFill>
                  <a:srgbClr val="007C83"/>
                </a:solidFill>
              </a:defRPr>
            </a:lvl6pPr>
            <a:lvl7pPr>
              <a:defRPr sz="1800" b="1">
                <a:solidFill>
                  <a:srgbClr val="007C83"/>
                </a:solidFill>
              </a:defRPr>
            </a:lvl7pPr>
            <a:lvl8pPr>
              <a:defRPr sz="1800" b="1">
                <a:solidFill>
                  <a:srgbClr val="007C83"/>
                </a:solidFill>
              </a:defRPr>
            </a:lvl8pPr>
            <a:lvl9pPr>
              <a:defRPr sz="18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83"/>
                </a:solidFill>
              </a:defRPr>
            </a:pPr>
            <a:r>
              <a:rPr sz="1800" b="1">
                <a:solidFill>
                  <a:srgbClr val="007C83"/>
                </a:solidFill>
              </a:rPr>
              <a:t>SÍ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B52F1-7F0D-4026-BAC7-425DDBA3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147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324F"/>
                </a:solidFill>
              </a:defRPr>
            </a:defPPr>
            <a:lvl1pPr>
              <a:defRPr sz="1350" b="1">
                <a:solidFill>
                  <a:srgbClr val="16324F"/>
                </a:solidFill>
              </a:defRPr>
            </a:lvl1pPr>
            <a:lvl2pPr>
              <a:defRPr sz="1350" b="1">
                <a:solidFill>
                  <a:srgbClr val="16324F"/>
                </a:solidFill>
              </a:defRPr>
            </a:lvl2pPr>
            <a:lvl3pPr>
              <a:defRPr sz="1350" b="1">
                <a:solidFill>
                  <a:srgbClr val="16324F"/>
                </a:solidFill>
              </a:defRPr>
            </a:lvl3pPr>
            <a:lvl4pPr>
              <a:defRPr sz="1350" b="1">
                <a:solidFill>
                  <a:srgbClr val="16324F"/>
                </a:solidFill>
              </a:defRPr>
            </a:lvl4pPr>
            <a:lvl5pPr>
              <a:defRPr sz="1350" b="1">
                <a:solidFill>
                  <a:srgbClr val="16324F"/>
                </a:solidFill>
              </a:defRPr>
            </a:lvl5pPr>
            <a:lvl6pPr>
              <a:defRPr sz="1350" b="1">
                <a:solidFill>
                  <a:srgbClr val="16324F"/>
                </a:solidFill>
              </a:defRPr>
            </a:lvl6pPr>
            <a:lvl7pPr>
              <a:defRPr sz="1350" b="1">
                <a:solidFill>
                  <a:srgbClr val="16324F"/>
                </a:solidFill>
              </a:defRPr>
            </a:lvl7pPr>
            <a:lvl8pPr>
              <a:defRPr sz="1350" b="1">
                <a:solidFill>
                  <a:srgbClr val="16324F"/>
                </a:solidFill>
              </a:defRPr>
            </a:lvl8pPr>
            <a:lvl9pPr>
              <a:defRPr sz="13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Permutación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F6304-CAC4-4BBE-BFFE-D502E9BD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34290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CEFE9"/>
          </a:solidFill>
          <a:ln xmlns:a="http://schemas.openxmlformats.org/drawingml/2006/main" w="9525">
            <a:solidFill>
              <a:srgbClr val="E85D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EC592-0F99-4E11-AFF7-09AA808E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24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85D5D"/>
                </a:solidFill>
              </a:defRPr>
            </a:defPPr>
            <a:lvl1pPr>
              <a:defRPr sz="1800" b="1">
                <a:solidFill>
                  <a:srgbClr val="E85D5D"/>
                </a:solidFill>
              </a:defRPr>
            </a:lvl1pPr>
            <a:lvl2pPr>
              <a:defRPr sz="1800" b="1">
                <a:solidFill>
                  <a:srgbClr val="E85D5D"/>
                </a:solidFill>
              </a:defRPr>
            </a:lvl2pPr>
            <a:lvl3pPr>
              <a:defRPr sz="1800" b="1">
                <a:solidFill>
                  <a:srgbClr val="E85D5D"/>
                </a:solidFill>
              </a:defRPr>
            </a:lvl3pPr>
            <a:lvl4pPr>
              <a:defRPr sz="1800" b="1">
                <a:solidFill>
                  <a:srgbClr val="E85D5D"/>
                </a:solidFill>
              </a:defRPr>
            </a:lvl4pPr>
            <a:lvl5pPr>
              <a:defRPr sz="1800" b="1">
                <a:solidFill>
                  <a:srgbClr val="E85D5D"/>
                </a:solidFill>
              </a:defRPr>
            </a:lvl5pPr>
            <a:lvl6pPr>
              <a:defRPr sz="1800" b="1">
                <a:solidFill>
                  <a:srgbClr val="E85D5D"/>
                </a:solidFill>
              </a:defRPr>
            </a:lvl6pPr>
            <a:lvl7pPr>
              <a:defRPr sz="1800" b="1">
                <a:solidFill>
                  <a:srgbClr val="E85D5D"/>
                </a:solidFill>
              </a:defRPr>
            </a:lvl7pPr>
            <a:lvl8pPr>
              <a:defRPr sz="1800" b="1">
                <a:solidFill>
                  <a:srgbClr val="E85D5D"/>
                </a:solidFill>
              </a:defRPr>
            </a:lvl8pPr>
            <a:lvl9pPr>
              <a:defRPr sz="1800" b="1">
                <a:solidFill>
                  <a:srgbClr val="E85D5D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85D5D"/>
                </a:solidFill>
              </a:defRPr>
            </a:pPr>
            <a:r>
              <a:rPr sz="1800" b="1">
                <a:solidFill>
                  <a:srgbClr val="E85D5D"/>
                </a:solidFill>
              </a:rPr>
              <a:t>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90CA3-21CD-4C88-AC88-1AE896F0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577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324F"/>
                </a:solidFill>
              </a:defRPr>
            </a:defPPr>
            <a:lvl1pPr>
              <a:defRPr sz="1350" b="1">
                <a:solidFill>
                  <a:srgbClr val="16324F"/>
                </a:solidFill>
              </a:defRPr>
            </a:lvl1pPr>
            <a:lvl2pPr>
              <a:defRPr sz="1350" b="1">
                <a:solidFill>
                  <a:srgbClr val="16324F"/>
                </a:solidFill>
              </a:defRPr>
            </a:lvl2pPr>
            <a:lvl3pPr>
              <a:defRPr sz="1350" b="1">
                <a:solidFill>
                  <a:srgbClr val="16324F"/>
                </a:solidFill>
              </a:defRPr>
            </a:lvl3pPr>
            <a:lvl4pPr>
              <a:defRPr sz="1350" b="1">
                <a:solidFill>
                  <a:srgbClr val="16324F"/>
                </a:solidFill>
              </a:defRPr>
            </a:lvl4pPr>
            <a:lvl5pPr>
              <a:defRPr sz="1350" b="1">
                <a:solidFill>
                  <a:srgbClr val="16324F"/>
                </a:solidFill>
              </a:defRPr>
            </a:lvl5pPr>
            <a:lvl6pPr>
              <a:defRPr sz="1350" b="1">
                <a:solidFill>
                  <a:srgbClr val="16324F"/>
                </a:solidFill>
              </a:defRPr>
            </a:lvl6pPr>
            <a:lvl7pPr>
              <a:defRPr sz="1350" b="1">
                <a:solidFill>
                  <a:srgbClr val="16324F"/>
                </a:solidFill>
              </a:defRPr>
            </a:lvl7pPr>
            <a:lvl8pPr>
              <a:defRPr sz="1350" b="1">
                <a:solidFill>
                  <a:srgbClr val="16324F"/>
                </a:solidFill>
              </a:defRPr>
            </a:lvl8pPr>
            <a:lvl9pPr>
              <a:defRPr sz="13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Combinación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1562A-0D20-4335-A0FB-AF2C23D6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324F"/>
                </a:solidFill>
              </a:defRPr>
            </a:defPPr>
            <a:lvl1pPr>
              <a:defRPr sz="1425" b="1">
                <a:solidFill>
                  <a:srgbClr val="16324F"/>
                </a:solidFill>
              </a:defRPr>
            </a:lvl1pPr>
            <a:lvl2pPr>
              <a:defRPr sz="1425" b="1">
                <a:solidFill>
                  <a:srgbClr val="16324F"/>
                </a:solidFill>
              </a:defRPr>
            </a:lvl2pPr>
            <a:lvl3pPr>
              <a:defRPr sz="1425" b="1">
                <a:solidFill>
                  <a:srgbClr val="16324F"/>
                </a:solidFill>
              </a:defRPr>
            </a:lvl3pPr>
            <a:lvl4pPr>
              <a:defRPr sz="1425" b="1">
                <a:solidFill>
                  <a:srgbClr val="16324F"/>
                </a:solidFill>
              </a:defRPr>
            </a:lvl4pPr>
            <a:lvl5pPr>
              <a:defRPr sz="1425" b="1">
                <a:solidFill>
                  <a:srgbClr val="16324F"/>
                </a:solidFill>
              </a:defRPr>
            </a:lvl5pPr>
            <a:lvl6pPr>
              <a:defRPr sz="1425" b="1">
                <a:solidFill>
                  <a:srgbClr val="16324F"/>
                </a:solidFill>
              </a:defRPr>
            </a:lvl6pPr>
            <a:lvl7pPr>
              <a:defRPr sz="1425" b="1">
                <a:solidFill>
                  <a:srgbClr val="16324F"/>
                </a:solidFill>
              </a:defRPr>
            </a:lvl7pPr>
            <a:lvl8pPr>
              <a:defRPr sz="1425" b="1">
                <a:solidFill>
                  <a:srgbClr val="16324F"/>
                </a:solidFill>
              </a:defRPr>
            </a:lvl8pPr>
            <a:lvl9pPr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Código de 4 dígitos distintos elegidos de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075C2-B45E-46FB-92AE-2F7875AD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Método: ____________   Resultado: 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6183B-7336-4B15-B151-3067746E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324F"/>
                </a:solidFill>
              </a:defRPr>
            </a:defPPr>
            <a:lvl1pPr>
              <a:defRPr sz="1425" b="1">
                <a:solidFill>
                  <a:srgbClr val="16324F"/>
                </a:solidFill>
              </a:defRPr>
            </a:lvl1pPr>
            <a:lvl2pPr>
              <a:defRPr sz="1425" b="1">
                <a:solidFill>
                  <a:srgbClr val="16324F"/>
                </a:solidFill>
              </a:defRPr>
            </a:lvl2pPr>
            <a:lvl3pPr>
              <a:defRPr sz="1425" b="1">
                <a:solidFill>
                  <a:srgbClr val="16324F"/>
                </a:solidFill>
              </a:defRPr>
            </a:lvl3pPr>
            <a:lvl4pPr>
              <a:defRPr sz="1425" b="1">
                <a:solidFill>
                  <a:srgbClr val="16324F"/>
                </a:solidFill>
              </a:defRPr>
            </a:lvl4pPr>
            <a:lvl5pPr>
              <a:defRPr sz="1425" b="1">
                <a:solidFill>
                  <a:srgbClr val="16324F"/>
                </a:solidFill>
              </a:defRPr>
            </a:lvl5pPr>
            <a:lvl6pPr>
              <a:defRPr sz="1425" b="1">
                <a:solidFill>
                  <a:srgbClr val="16324F"/>
                </a:solidFill>
              </a:defRPr>
            </a:lvl6pPr>
            <a:lvl7pPr>
              <a:defRPr sz="1425" b="1">
                <a:solidFill>
                  <a:srgbClr val="16324F"/>
                </a:solidFill>
              </a:defRPr>
            </a:lvl7pPr>
            <a:lvl8pPr>
              <a:defRPr sz="1425" b="1">
                <a:solidFill>
                  <a:srgbClr val="16324F"/>
                </a:solidFill>
              </a:defRPr>
            </a:lvl8pPr>
            <a:lvl9pPr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Comité de 4 personas elegido entre 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01673-CE70-45C2-828D-7E0B86BB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Método: ____________   Resultado: ____________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D6508-5E90-4FBB-88B1-2D6660D9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2437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324F"/>
                </a:solidFill>
              </a:defRPr>
            </a:defPPr>
            <a:lvl1pPr>
              <a:defRPr sz="1425" b="1">
                <a:solidFill>
                  <a:srgbClr val="16324F"/>
                </a:solidFill>
              </a:defRPr>
            </a:lvl1pPr>
            <a:lvl2pPr>
              <a:defRPr sz="1425" b="1">
                <a:solidFill>
                  <a:srgbClr val="16324F"/>
                </a:solidFill>
              </a:defRPr>
            </a:lvl2pPr>
            <a:lvl3pPr>
              <a:defRPr sz="1425" b="1">
                <a:solidFill>
                  <a:srgbClr val="16324F"/>
                </a:solidFill>
              </a:defRPr>
            </a:lvl3pPr>
            <a:lvl4pPr>
              <a:defRPr sz="1425" b="1">
                <a:solidFill>
                  <a:srgbClr val="16324F"/>
                </a:solidFill>
              </a:defRPr>
            </a:lvl4pPr>
            <a:lvl5pPr>
              <a:defRPr sz="1425" b="1">
                <a:solidFill>
                  <a:srgbClr val="16324F"/>
                </a:solidFill>
              </a:defRPr>
            </a:lvl5pPr>
            <a:lvl6pPr>
              <a:defRPr sz="1425" b="1">
                <a:solidFill>
                  <a:srgbClr val="16324F"/>
                </a:solidFill>
              </a:defRPr>
            </a:lvl6pPr>
            <a:lvl7pPr>
              <a:defRPr sz="1425" b="1">
                <a:solidFill>
                  <a:srgbClr val="16324F"/>
                </a:solidFill>
              </a:defRPr>
            </a:lvl7pPr>
            <a:lvl8pPr>
              <a:defRPr sz="1425" b="1">
                <a:solidFill>
                  <a:srgbClr val="16324F"/>
                </a:solidFill>
              </a:defRPr>
            </a:lvl8pPr>
            <a:lvl9pPr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Ordenar las letras de PLC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63A7A-2F3C-448E-9CD6-2293F783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482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Método: ____________   Resultado: ____________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EB259-16FC-4601-A124-44FEE0DB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7C83"/>
                </a:solidFill>
              </a:defRPr>
            </a:defPPr>
            <a:lvl1pPr>
              <a:defRPr sz="825" b="1">
                <a:solidFill>
                  <a:srgbClr val="007C83"/>
                </a:solidFill>
              </a:defRPr>
            </a:lvl1pPr>
            <a:lvl2pPr>
              <a:defRPr sz="825" b="1">
                <a:solidFill>
                  <a:srgbClr val="007C83"/>
                </a:solidFill>
              </a:defRPr>
            </a:lvl2pPr>
            <a:lvl3pPr>
              <a:defRPr sz="825" b="1">
                <a:solidFill>
                  <a:srgbClr val="007C83"/>
                </a:solidFill>
              </a:defRPr>
            </a:lvl3pPr>
            <a:lvl4pPr>
              <a:defRPr sz="825" b="1">
                <a:solidFill>
                  <a:srgbClr val="007C83"/>
                </a:solidFill>
              </a:defRPr>
            </a:lvl4pPr>
            <a:lvl5pPr>
              <a:defRPr sz="825" b="1">
                <a:solidFill>
                  <a:srgbClr val="007C83"/>
                </a:solidFill>
              </a:defRPr>
            </a:lvl5pPr>
            <a:lvl6pPr>
              <a:defRPr sz="825" b="1">
                <a:solidFill>
                  <a:srgbClr val="007C83"/>
                </a:solidFill>
              </a:defRPr>
            </a:lvl6pPr>
            <a:lvl7pPr>
              <a:defRPr sz="825" b="1">
                <a:solidFill>
                  <a:srgbClr val="007C83"/>
                </a:solidFill>
              </a:defRPr>
            </a:lvl7pPr>
            <a:lvl8pPr>
              <a:defRPr sz="825" b="1">
                <a:solidFill>
                  <a:srgbClr val="007C83"/>
                </a:solidFill>
              </a:defRPr>
            </a:lvl8pPr>
            <a:lvl9pPr>
              <a:defRPr sz="825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007C83"/>
                </a:solidFill>
              </a:defRPr>
            </a:pPr>
            <a:r>
              <a:rPr sz="825" b="1">
                <a:solidFill>
                  <a:srgbClr val="007C83"/>
                </a:solidFill>
              </a:rPr>
              <a:t>VERSIÓN DEL ALUMNO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D6016-0447-4485-8F9B-D96DD478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31209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79F80-FB75-4F10-941F-B58E2326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2.3–2.4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3B589-D2B9-4CED-BF52-B744D66A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Cierre y fuentes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ECBD2-4E51-4962-851D-E4C466C3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Comprobación final antes de integrar el material en IM3CB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10F15-C624-4269-A7B2-D7197738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ECF4D-8915-4851-86A2-D01119F7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C83"/>
                </a:solidFill>
              </a:defRPr>
            </a:defPPr>
            <a:lvl1pPr>
              <a:defRPr sz="1650" b="1">
                <a:solidFill>
                  <a:srgbClr val="007C83"/>
                </a:solidFill>
              </a:defRPr>
            </a:lvl1pPr>
            <a:lvl2pPr>
              <a:defRPr sz="1650" b="1">
                <a:solidFill>
                  <a:srgbClr val="007C83"/>
                </a:solidFill>
              </a:defRPr>
            </a:lvl2pPr>
            <a:lvl3pPr>
              <a:defRPr sz="1650" b="1">
                <a:solidFill>
                  <a:srgbClr val="007C83"/>
                </a:solidFill>
              </a:defRPr>
            </a:lvl3pPr>
            <a:lvl4pPr>
              <a:defRPr sz="1650" b="1">
                <a:solidFill>
                  <a:srgbClr val="007C83"/>
                </a:solidFill>
              </a:defRPr>
            </a:lvl4pPr>
            <a:lvl5pPr>
              <a:defRPr sz="1650" b="1">
                <a:solidFill>
                  <a:srgbClr val="007C83"/>
                </a:solidFill>
              </a:defRPr>
            </a:lvl5pPr>
            <a:lvl6pPr>
              <a:defRPr sz="1650" b="1">
                <a:solidFill>
                  <a:srgbClr val="007C83"/>
                </a:solidFill>
              </a:defRPr>
            </a:lvl6pPr>
            <a:lvl7pPr>
              <a:defRPr sz="1650" b="1">
                <a:solidFill>
                  <a:srgbClr val="007C83"/>
                </a:solidFill>
              </a:defRPr>
            </a:lvl7pPr>
            <a:lvl8pPr>
              <a:defRPr sz="1650" b="1">
                <a:solidFill>
                  <a:srgbClr val="007C83"/>
                </a:solidFill>
              </a:defRPr>
            </a:lvl8pPr>
            <a:lvl9pPr>
              <a:defRPr sz="165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C83"/>
                </a:solidFill>
              </a:defRPr>
            </a:pPr>
            <a:r>
              <a:rPr sz="1650" b="1">
                <a:solidFill>
                  <a:srgbClr val="007C83"/>
                </a:solidFill>
              </a:rPr>
              <a:t>Salida rápida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7E604-79C0-4D2C-A701-25CCEC84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C6F7C"/>
                </a:solidFill>
              </a:defRPr>
            </a:defPPr>
            <a:lvl1pPr>
              <a:defRPr sz="1425" b="0">
                <a:solidFill>
                  <a:srgbClr val="5C6F7C"/>
                </a:solidFill>
              </a:defRPr>
            </a:lvl1pPr>
            <a:lvl2pPr>
              <a:defRPr sz="1425" b="0">
                <a:solidFill>
                  <a:srgbClr val="5C6F7C"/>
                </a:solidFill>
              </a:defRPr>
            </a:lvl2pPr>
            <a:lvl3pPr>
              <a:defRPr sz="1425" b="0">
                <a:solidFill>
                  <a:srgbClr val="5C6F7C"/>
                </a:solidFill>
              </a:defRPr>
            </a:lvl3pPr>
            <a:lvl4pPr>
              <a:defRPr sz="1425" b="0">
                <a:solidFill>
                  <a:srgbClr val="5C6F7C"/>
                </a:solidFill>
              </a:defRPr>
            </a:lvl4pPr>
            <a:lvl5pPr>
              <a:defRPr sz="1425" b="0">
                <a:solidFill>
                  <a:srgbClr val="5C6F7C"/>
                </a:solidFill>
              </a:defRPr>
            </a:lvl5pPr>
            <a:lvl6pPr>
              <a:defRPr sz="1425" b="0">
                <a:solidFill>
                  <a:srgbClr val="5C6F7C"/>
                </a:solidFill>
              </a:defRPr>
            </a:lvl6pPr>
            <a:lvl7pPr>
              <a:defRPr sz="1425" b="0">
                <a:solidFill>
                  <a:srgbClr val="5C6F7C"/>
                </a:solidFill>
              </a:defRPr>
            </a:lvl7pPr>
            <a:lvl8pPr>
              <a:defRPr sz="1425" b="0">
                <a:solidFill>
                  <a:srgbClr val="5C6F7C"/>
                </a:solidFill>
              </a:defRPr>
            </a:lvl8pPr>
            <a:lvl9pPr>
              <a:defRPr sz="1425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C"/>
                </a:solidFill>
              </a:defRPr>
            </a:pPr>
            <a:r>
              <a:rPr sz="1425" b="0">
                <a:solidFill>
                  <a:srgbClr val="5C6F7C"/>
                </a:solidFill>
              </a:rPr>
              <a:t>1. Si A y B son incompatibles, A ∩ B = __________.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8042C-BCAB-4461-8052-3400808D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C6F7C"/>
                </a:solidFill>
              </a:defRPr>
            </a:defPPr>
            <a:lvl1pPr>
              <a:defRPr sz="1425" b="0">
                <a:solidFill>
                  <a:srgbClr val="5C6F7C"/>
                </a:solidFill>
              </a:defRPr>
            </a:lvl1pPr>
            <a:lvl2pPr>
              <a:defRPr sz="1425" b="0">
                <a:solidFill>
                  <a:srgbClr val="5C6F7C"/>
                </a:solidFill>
              </a:defRPr>
            </a:lvl2pPr>
            <a:lvl3pPr>
              <a:defRPr sz="1425" b="0">
                <a:solidFill>
                  <a:srgbClr val="5C6F7C"/>
                </a:solidFill>
              </a:defRPr>
            </a:lvl3pPr>
            <a:lvl4pPr>
              <a:defRPr sz="1425" b="0">
                <a:solidFill>
                  <a:srgbClr val="5C6F7C"/>
                </a:solidFill>
              </a:defRPr>
            </a:lvl4pPr>
            <a:lvl5pPr>
              <a:defRPr sz="1425" b="0">
                <a:solidFill>
                  <a:srgbClr val="5C6F7C"/>
                </a:solidFill>
              </a:defRPr>
            </a:lvl5pPr>
            <a:lvl6pPr>
              <a:defRPr sz="1425" b="0">
                <a:solidFill>
                  <a:srgbClr val="5C6F7C"/>
                </a:solidFill>
              </a:defRPr>
            </a:lvl6pPr>
            <a:lvl7pPr>
              <a:defRPr sz="1425" b="0">
                <a:solidFill>
                  <a:srgbClr val="5C6F7C"/>
                </a:solidFill>
              </a:defRPr>
            </a:lvl7pPr>
            <a:lvl8pPr>
              <a:defRPr sz="1425" b="0">
                <a:solidFill>
                  <a:srgbClr val="5C6F7C"/>
                </a:solidFill>
              </a:defRPr>
            </a:lvl8pPr>
            <a:lvl9pPr>
              <a:defRPr sz="1425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C"/>
                </a:solidFill>
              </a:defRPr>
            </a:pPr>
            <a:r>
              <a:rPr sz="1425" b="0">
                <a:solidFill>
                  <a:srgbClr val="5C6F7C"/>
                </a:solidFill>
              </a:rPr>
              <a:t>2. Elegir capitán y suplente usa __________________.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EFD8C-6C2A-4FF9-9322-A360B1CB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C6F7C"/>
                </a:solidFill>
              </a:defRPr>
            </a:defPPr>
            <a:lvl1pPr>
              <a:defRPr sz="1425" b="0">
                <a:solidFill>
                  <a:srgbClr val="5C6F7C"/>
                </a:solidFill>
              </a:defRPr>
            </a:lvl1pPr>
            <a:lvl2pPr>
              <a:defRPr sz="1425" b="0">
                <a:solidFill>
                  <a:srgbClr val="5C6F7C"/>
                </a:solidFill>
              </a:defRPr>
            </a:lvl2pPr>
            <a:lvl3pPr>
              <a:defRPr sz="1425" b="0">
                <a:solidFill>
                  <a:srgbClr val="5C6F7C"/>
                </a:solidFill>
              </a:defRPr>
            </a:lvl3pPr>
            <a:lvl4pPr>
              <a:defRPr sz="1425" b="0">
                <a:solidFill>
                  <a:srgbClr val="5C6F7C"/>
                </a:solidFill>
              </a:defRPr>
            </a:lvl4pPr>
            <a:lvl5pPr>
              <a:defRPr sz="1425" b="0">
                <a:solidFill>
                  <a:srgbClr val="5C6F7C"/>
                </a:solidFill>
              </a:defRPr>
            </a:lvl5pPr>
            <a:lvl6pPr>
              <a:defRPr sz="1425" b="0">
                <a:solidFill>
                  <a:srgbClr val="5C6F7C"/>
                </a:solidFill>
              </a:defRPr>
            </a:lvl6pPr>
            <a:lvl7pPr>
              <a:defRPr sz="1425" b="0">
                <a:solidFill>
                  <a:srgbClr val="5C6F7C"/>
                </a:solidFill>
              </a:defRPr>
            </a:lvl7pPr>
            <a:lvl8pPr>
              <a:defRPr sz="1425" b="0">
                <a:solidFill>
                  <a:srgbClr val="5C6F7C"/>
                </a:solidFill>
              </a:defRPr>
            </a:lvl8pPr>
            <a:lvl9pPr>
              <a:defRPr sz="1425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C"/>
                </a:solidFill>
              </a:defRPr>
            </a:pPr>
            <a:r>
              <a:rPr sz="1425" b="0">
                <a:solidFill>
                  <a:srgbClr val="5C6F7C"/>
                </a:solidFill>
              </a:rPr>
              <a:t>3. Elegir 3 sensores de un grupo de 8 usa __________.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D83D2-96A9-4CF5-91FF-5041BEDF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C83"/>
                </a:solidFill>
              </a:defRPr>
            </a:defPPr>
            <a:lvl1pPr>
              <a:defRPr sz="1650" b="1">
                <a:solidFill>
                  <a:srgbClr val="007C83"/>
                </a:solidFill>
              </a:defRPr>
            </a:lvl1pPr>
            <a:lvl2pPr>
              <a:defRPr sz="1650" b="1">
                <a:solidFill>
                  <a:srgbClr val="007C83"/>
                </a:solidFill>
              </a:defRPr>
            </a:lvl2pPr>
            <a:lvl3pPr>
              <a:defRPr sz="1650" b="1">
                <a:solidFill>
                  <a:srgbClr val="007C83"/>
                </a:solidFill>
              </a:defRPr>
            </a:lvl3pPr>
            <a:lvl4pPr>
              <a:defRPr sz="1650" b="1">
                <a:solidFill>
                  <a:srgbClr val="007C83"/>
                </a:solidFill>
              </a:defRPr>
            </a:lvl4pPr>
            <a:lvl5pPr>
              <a:defRPr sz="1650" b="1">
                <a:solidFill>
                  <a:srgbClr val="007C83"/>
                </a:solidFill>
              </a:defRPr>
            </a:lvl5pPr>
            <a:lvl6pPr>
              <a:defRPr sz="1650" b="1">
                <a:solidFill>
                  <a:srgbClr val="007C83"/>
                </a:solidFill>
              </a:defRPr>
            </a:lvl6pPr>
            <a:lvl7pPr>
              <a:defRPr sz="1650" b="1">
                <a:solidFill>
                  <a:srgbClr val="007C83"/>
                </a:solidFill>
              </a:defRPr>
            </a:lvl7pPr>
            <a:lvl8pPr>
              <a:defRPr sz="1650" b="1">
                <a:solidFill>
                  <a:srgbClr val="007C83"/>
                </a:solidFill>
              </a:defRPr>
            </a:lvl8pPr>
            <a:lvl9pPr>
              <a:defRPr sz="165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C83"/>
                </a:solidFill>
              </a:defRPr>
            </a:pPr>
            <a:r>
              <a:rPr sz="1650" b="1">
                <a:solidFill>
                  <a:srgbClr val="007C83"/>
                </a:solidFill>
              </a:rPr>
              <a:t>Fuentes para verificación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1325B-8151-4AFA-810B-475B1CB9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6324F"/>
                </a:solidFill>
              </a:defRPr>
            </a:defPPr>
            <a:lvl1pPr>
              <a:defRPr sz="1275" b="0">
                <a:solidFill>
                  <a:srgbClr val="16324F"/>
                </a:solidFill>
              </a:defRPr>
            </a:lvl1pPr>
            <a:lvl2pPr>
              <a:defRPr sz="1275" b="0">
                <a:solidFill>
                  <a:srgbClr val="16324F"/>
                </a:solidFill>
              </a:defRPr>
            </a:lvl2pPr>
            <a:lvl3pPr>
              <a:defRPr sz="1275" b="0">
                <a:solidFill>
                  <a:srgbClr val="16324F"/>
                </a:solidFill>
              </a:defRPr>
            </a:lvl3pPr>
            <a:lvl4pPr>
              <a:defRPr sz="1275" b="0">
                <a:solidFill>
                  <a:srgbClr val="16324F"/>
                </a:solidFill>
              </a:defRPr>
            </a:lvl4pPr>
            <a:lvl5pPr>
              <a:defRPr sz="1275" b="0">
                <a:solidFill>
                  <a:srgbClr val="16324F"/>
                </a:solidFill>
              </a:defRPr>
            </a:lvl5pPr>
            <a:lvl6pPr>
              <a:defRPr sz="1275" b="0">
                <a:solidFill>
                  <a:srgbClr val="16324F"/>
                </a:solidFill>
              </a:defRPr>
            </a:lvl6pPr>
            <a:lvl7pPr>
              <a:defRPr sz="1275" b="0">
                <a:solidFill>
                  <a:srgbClr val="16324F"/>
                </a:solidFill>
              </a:defRPr>
            </a:lvl7pPr>
            <a:lvl8pPr>
              <a:defRPr sz="1275" b="0">
                <a:solidFill>
                  <a:srgbClr val="16324F"/>
                </a:solidFill>
              </a:defRPr>
            </a:lvl8pPr>
            <a:lvl9pPr>
              <a:defRPr sz="1275" b="0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6324F"/>
                </a:solidFill>
              </a:defRPr>
            </a:pPr>
            <a:r>
              <a:rPr sz="1275" b="0">
                <a:solidFill>
                  <a:srgbClr val="16324F"/>
                </a:solidFill>
              </a:rPr>
              <a:t>OpenStax. Introductory Statistics, sección 3.1</a:t>
            </a:r>
          </a:p>
          <a:p xmlns:a="http://schemas.openxmlformats.org/drawingml/2006/main">
            <a:pPr>
              <a:defRPr sz="1275" b="0">
                <a:solidFill>
                  <a:srgbClr val="16324F"/>
                </a:solidFill>
              </a:defRPr>
            </a:pPr>
            <a:r>
              <a:rPr sz="1275" b="0">
                <a:solidFill>
                  <a:srgbClr val="16324F"/>
                </a:solidFill>
              </a:rPr>
              <a:t>OpenStax. College Algebra, sección 9.5 y ecuaciones del capítulo 9</a:t>
            </a:r>
          </a:p>
          <a:p xmlns:a="http://schemas.openxmlformats.org/drawingml/2006/main">
            <a:pPr>
              <a:defRPr sz="1275" b="0">
                <a:solidFill>
                  <a:srgbClr val="16324F"/>
                </a:solidFill>
              </a:defRPr>
            </a:pPr>
            <a:r>
              <a:rPr sz="1275" b="0">
                <a:solidFill>
                  <a:srgbClr val="16324F"/>
                </a:solidFill>
              </a:rPr>
              <a:t>Montgomery y Runger. Applied Statistics and Probability for Engineers, 7.ª ed.</a:t>
            </a:r>
          </a:p>
          <a:p xmlns:a="http://schemas.openxmlformats.org/drawingml/2006/main">
            <a:pPr>
              <a:defRPr sz="1275" b="0">
                <a:solidFill>
                  <a:srgbClr val="16324F"/>
                </a:solidFill>
              </a:defRPr>
            </a:pPr>
            <a:r>
              <a:rPr sz="1275" b="0">
                <a:solidFill>
                  <a:srgbClr val="16324F"/>
                </a:solidFill>
              </a:rPr>
              <a:t>Walpole et al. Probability and Statistics for Engineers and Scientists, 9.ª 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5C1D6-FC3E-4074-9027-8316F57A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007C83"/>
                </a:solidFill>
              </a:defRPr>
            </a:defPPr>
            <a:lvl1pPr>
              <a:defRPr sz="825" b="1">
                <a:solidFill>
                  <a:srgbClr val="007C83"/>
                </a:solidFill>
              </a:defRPr>
            </a:lvl1pPr>
            <a:lvl2pPr>
              <a:defRPr sz="825" b="1">
                <a:solidFill>
                  <a:srgbClr val="007C83"/>
                </a:solidFill>
              </a:defRPr>
            </a:lvl2pPr>
            <a:lvl3pPr>
              <a:defRPr sz="825" b="1">
                <a:solidFill>
                  <a:srgbClr val="007C83"/>
                </a:solidFill>
              </a:defRPr>
            </a:lvl3pPr>
            <a:lvl4pPr>
              <a:defRPr sz="825" b="1">
                <a:solidFill>
                  <a:srgbClr val="007C83"/>
                </a:solidFill>
              </a:defRPr>
            </a:lvl4pPr>
            <a:lvl5pPr>
              <a:defRPr sz="825" b="1">
                <a:solidFill>
                  <a:srgbClr val="007C83"/>
                </a:solidFill>
              </a:defRPr>
            </a:lvl5pPr>
            <a:lvl6pPr>
              <a:defRPr sz="825" b="1">
                <a:solidFill>
                  <a:srgbClr val="007C83"/>
                </a:solidFill>
              </a:defRPr>
            </a:lvl6pPr>
            <a:lvl7pPr>
              <a:defRPr sz="825" b="1">
                <a:solidFill>
                  <a:srgbClr val="007C83"/>
                </a:solidFill>
              </a:defRPr>
            </a:lvl7pPr>
            <a:lvl8pPr>
              <a:defRPr sz="825" b="1">
                <a:solidFill>
                  <a:srgbClr val="007C83"/>
                </a:solidFill>
              </a:defRPr>
            </a:lvl8pPr>
            <a:lvl9pPr>
              <a:defRPr sz="825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007C83"/>
                </a:solidFill>
              </a:defRPr>
            </a:pPr>
            <a:r>
              <a:rPr sz="825" b="1">
                <a:solidFill>
                  <a:srgbClr val="007C83"/>
                </a:solidFill>
              </a:rPr>
              <a:t>VERSIÓN DEL ALUMNO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39957-2864-4A21-8AB5-A14F077C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2853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2026-10-30T14:06:33.8520000Z</dcterms:created>
  <dcterms:modified xsi:type="dcterms:W3CDTF">2026-10-30T14:06:33.8520000Z</dcterms:modified>
</coreProperties>
</file>